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720" r:id="rId4"/>
  </p:sldMasterIdLst>
  <p:notesMasterIdLst>
    <p:notesMasterId r:id="rId6"/>
  </p:notesMasterIdLst>
  <p:sldIdLst>
    <p:sldId id="263" r:id="rId5"/>
  </p:sldIdLst>
  <p:sldSz cx="28800425" cy="5119211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يارا عبدالرحمن علي الشهري" initials="يارا" lastIdx="1" clrIdx="0">
    <p:extLst>
      <p:ext uri="{19B8F6BF-5375-455C-9EA6-DF929625EA0E}">
        <p15:presenceInfo xmlns:p15="http://schemas.microsoft.com/office/powerpoint/2012/main" userId="S::2170004138@iau.edu.sa::1c30de53-c3da-4ed9-b4b1-a2bed9de480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F8B3A"/>
    <a:srgbClr val="BE4423"/>
    <a:srgbClr val="6A2449"/>
    <a:srgbClr val="6A2463"/>
    <a:srgbClr val="0D6861"/>
    <a:srgbClr val="FF3399"/>
    <a:srgbClr val="E3E3E3"/>
    <a:srgbClr val="AE7F2D"/>
    <a:srgbClr val="B3CBD2"/>
    <a:srgbClr val="77AA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FFF3B2-F47E-4BA2-A3EE-7DF719AE922C}" v="25" dt="2026-04-18T15:46:22.80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4713" autoAdjust="0"/>
    <p:restoredTop sz="94643"/>
  </p:normalViewPr>
  <p:slideViewPr>
    <p:cSldViewPr snapToGrid="0">
      <p:cViewPr>
        <p:scale>
          <a:sx n="27" d="100"/>
          <a:sy n="27" d="100"/>
        </p:scale>
        <p:origin x="-1756" y="-60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commentAuthors" Target="commentAuthors.xml"/><Relationship Id="rId12" Type="http://schemas.microsoft.com/office/2016/11/relationships/changesInfo" Target="changesInfos/changesInfo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ainab albadi" userId="b9c77900bd361032" providerId="LiveId" clId="{6DCB9E04-0F6D-47AC-95BE-AA527730562D}"/>
    <pc:docChg chg="modSld">
      <pc:chgData name="zainab albadi" userId="b9c77900bd361032" providerId="LiveId" clId="{6DCB9E04-0F6D-47AC-95BE-AA527730562D}" dt="2026-04-18T15:46:22.803" v="26" actId="1076"/>
      <pc:docMkLst>
        <pc:docMk/>
      </pc:docMkLst>
      <pc:sldChg chg="addSp modSp mod">
        <pc:chgData name="zainab albadi" userId="b9c77900bd361032" providerId="LiveId" clId="{6DCB9E04-0F6D-47AC-95BE-AA527730562D}" dt="2026-04-18T15:46:22.803" v="26" actId="1076"/>
        <pc:sldMkLst>
          <pc:docMk/>
          <pc:sldMk cId="2677821937" sldId="263"/>
        </pc:sldMkLst>
        <pc:picChg chg="add mod">
          <ac:chgData name="zainab albadi" userId="b9c77900bd361032" providerId="LiveId" clId="{6DCB9E04-0F6D-47AC-95BE-AA527730562D}" dt="2026-04-18T15:46:22.803" v="26" actId="1076"/>
          <ac:picMkLst>
            <pc:docMk/>
            <pc:sldMk cId="2677821937" sldId="263"/>
            <ac:picMk id="10" creationId="{305CEF99-DA18-C697-605F-F5ABAE68E157}"/>
          </ac:picMkLst>
        </pc:picChg>
        <pc:picChg chg="add mod">
          <ac:chgData name="zainab albadi" userId="b9c77900bd361032" providerId="LiveId" clId="{6DCB9E04-0F6D-47AC-95BE-AA527730562D}" dt="2026-04-18T15:45:55.089" v="20" actId="1076"/>
          <ac:picMkLst>
            <pc:docMk/>
            <pc:sldMk cId="2677821937" sldId="263"/>
            <ac:picMk id="23" creationId="{840F76A2-3A29-A539-9728-D3DD5AE23618}"/>
          </ac:picMkLst>
        </pc:picChg>
        <pc:picChg chg="mod">
          <ac:chgData name="zainab albadi" userId="b9c77900bd361032" providerId="LiveId" clId="{6DCB9E04-0F6D-47AC-95BE-AA527730562D}" dt="2026-04-18T15:45:55.089" v="20" actId="1076"/>
          <ac:picMkLst>
            <pc:docMk/>
            <pc:sldMk cId="2677821937" sldId="263"/>
            <ac:picMk id="45" creationId="{898AFAD3-E535-A8D7-D009-9DC29E1DCE16}"/>
          </ac:picMkLst>
        </pc:picChg>
        <pc:picChg chg="mod">
          <ac:chgData name="zainab albadi" userId="b9c77900bd361032" providerId="LiveId" clId="{6DCB9E04-0F6D-47AC-95BE-AA527730562D}" dt="2026-04-18T15:46:20.030" v="25" actId="1076"/>
          <ac:picMkLst>
            <pc:docMk/>
            <pc:sldMk cId="2677821937" sldId="263"/>
            <ac:picMk id="51" creationId="{4A028486-130D-26A9-A374-C5D73EAC12FE}"/>
          </ac:picMkLst>
        </pc:picChg>
        <pc:picChg chg="mod">
          <ac:chgData name="zainab albadi" userId="b9c77900bd361032" providerId="LiveId" clId="{6DCB9E04-0F6D-47AC-95BE-AA527730562D}" dt="2026-04-18T15:45:55.089" v="20" actId="1076"/>
          <ac:picMkLst>
            <pc:docMk/>
            <pc:sldMk cId="2677821937" sldId="263"/>
            <ac:picMk id="1026" creationId="{C5EC5779-C3E2-57BD-B74E-38247690E09D}"/>
          </ac:picMkLst>
        </pc:picChg>
        <pc:picChg chg="mod">
          <ac:chgData name="zainab albadi" userId="b9c77900bd361032" providerId="LiveId" clId="{6DCB9E04-0F6D-47AC-95BE-AA527730562D}" dt="2026-04-18T15:46:14.210" v="24" actId="1076"/>
          <ac:picMkLst>
            <pc:docMk/>
            <pc:sldMk cId="2677821937" sldId="263"/>
            <ac:picMk id="1028" creationId="{B0031331-0267-F928-9D91-EAEC4949B9F8}"/>
          </ac:picMkLst>
        </pc:picChg>
        <pc:picChg chg="mod">
          <ac:chgData name="zainab albadi" userId="b9c77900bd361032" providerId="LiveId" clId="{6DCB9E04-0F6D-47AC-95BE-AA527730562D}" dt="2026-04-18T15:46:11.775" v="23" actId="1076"/>
          <ac:picMkLst>
            <pc:docMk/>
            <pc:sldMk cId="2677821937" sldId="263"/>
            <ac:picMk id="1030" creationId="{935DA9BE-3745-D3C6-B130-D27585925561}"/>
          </ac:picMkLst>
        </pc:picChg>
        <pc:picChg chg="mod">
          <ac:chgData name="zainab albadi" userId="b9c77900bd361032" providerId="LiveId" clId="{6DCB9E04-0F6D-47AC-95BE-AA527730562D}" dt="2026-04-18T15:45:55.089" v="20" actId="1076"/>
          <ac:picMkLst>
            <pc:docMk/>
            <pc:sldMk cId="2677821937" sldId="263"/>
            <ac:picMk id="1034" creationId="{B79BADCD-2CEF-7DB5-558D-54A493FA8AE2}"/>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file:///C:\Users\albad\Downloads\Survey%20on%20Palm%20Tree%20Care%20and%20Farmers&#8217;%20Needs%20(&#1575;&#1604;&#1585;&#1583;&#1608;&#1583;).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[Survey on Palm Tree Care and Farmers’ Needs (الردود).xlsx]Sheet4!PivotTable18</c:name>
    <c:fmtId val="-1"/>
  </c:pivotSource>
  <c:chart>
    <c:title>
      <c:tx>
        <c:rich>
          <a:bodyPr rot="0" spcFirstLastPara="1" vertOverflow="ellipsis" vert="horz" wrap="square" anchor="ctr" anchorCtr="1"/>
          <a:lstStyle/>
          <a:p>
            <a:pPr rtl="0">
              <a:defRPr sz="1400" b="0" i="0" u="none" strike="noStrike" kern="1200" spc="0" baseline="0">
                <a:solidFill>
                  <a:schemeClr val="tx1">
                    <a:lumMod val="65000"/>
                    <a:lumOff val="35000"/>
                  </a:schemeClr>
                </a:solidFill>
                <a:latin typeface="+mn-lt"/>
                <a:ea typeface="+mn-ea"/>
                <a:cs typeface="+mn-cs"/>
              </a:defRPr>
            </a:pPr>
            <a:r>
              <a:rPr lang="en-US" sz="1600"/>
              <a:t>Do you use any applications or digital tools to help you take care of your palms?</a:t>
            </a:r>
          </a:p>
        </c:rich>
      </c:tx>
      <c:overlay val="0"/>
      <c:spPr>
        <a:noFill/>
        <a:ln>
          <a:noFill/>
        </a:ln>
        <a:effectLst/>
      </c:spPr>
      <c:txPr>
        <a:bodyPr rot="0" spcFirstLastPara="1" vertOverflow="ellipsis" vert="horz" wrap="square" anchor="ctr" anchorCtr="1"/>
        <a:lstStyle/>
        <a:p>
          <a:pPr rtl="0">
            <a:defRPr sz="1400" b="0" i="0" u="none" strike="noStrike" kern="1200" spc="0" baseline="0">
              <a:solidFill>
                <a:schemeClr val="tx1">
                  <a:lumMod val="65000"/>
                  <a:lumOff val="35000"/>
                </a:schemeClr>
              </a:solidFill>
              <a:latin typeface="+mn-lt"/>
              <a:ea typeface="+mn-ea"/>
              <a:cs typeface="+mn-cs"/>
            </a:defRPr>
          </a:pPr>
          <a:endParaRPr lang="ar-SA"/>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ar-SA"/>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ar-SA"/>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ar-SA"/>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Sheet4!$B$49:$B$50</c:f>
              <c:strCache>
                <c:ptCount val="1"/>
                <c:pt idx="0">
                  <c:v>نعم، أنا خبير/مزارع \ Yes, I am an expert/farmer</c:v>
                </c:pt>
              </c:strCache>
            </c:strRef>
          </c:tx>
          <c:spPr>
            <a:solidFill>
              <a:srgbClr val="7F8B3A"/>
            </a:solidFill>
            <a:ln>
              <a:noFill/>
            </a:ln>
            <a:effectLst/>
          </c:spPr>
          <c:invertIfNegative val="0"/>
          <c:dLbls>
            <c:dLbl>
              <c:idx val="0"/>
              <c:tx>
                <c:rich>
                  <a:bodyPr/>
                  <a:lstStyle/>
                  <a:p>
                    <a:fld id="{4B05440D-0E58-4BD8-985D-262F5C9CF42A}" type="VALUE">
                      <a:rPr lang="en-US" sz="1400"/>
                      <a:pPr/>
                      <a:t>[VALUE]</a:t>
                    </a:fld>
                    <a:endParaRPr lang="ar-SA"/>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7355-4AF6-AFA0-9C42294636CE}"/>
                </c:ext>
              </c:extLst>
            </c:dLbl>
            <c:dLbl>
              <c:idx val="1"/>
              <c:tx>
                <c:rich>
                  <a:bodyPr/>
                  <a:lstStyle/>
                  <a:p>
                    <a:fld id="{828EB8C8-5300-4324-A463-C7D7BB209F87}" type="VALUE">
                      <a:rPr lang="en-US" sz="1400"/>
                      <a:pPr/>
                      <a:t>[VALUE]</a:t>
                    </a:fld>
                    <a:endParaRPr lang="ar-SA"/>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7355-4AF6-AFA0-9C42294636CE}"/>
                </c:ext>
              </c:extLst>
            </c:dLbl>
            <c:dLbl>
              <c:idx val="2"/>
              <c:tx>
                <c:rich>
                  <a:bodyPr/>
                  <a:lstStyle/>
                  <a:p>
                    <a:fld id="{78E623D9-C16B-44D1-B21D-AA33E2C70169}" type="VALUE">
                      <a:rPr lang="en-US" sz="1400"/>
                      <a:pPr/>
                      <a:t>[VALUE]</a:t>
                    </a:fld>
                    <a:endParaRPr lang="ar-SA"/>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7355-4AF6-AFA0-9C42294636CE}"/>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ar-SA"/>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Sheet4!$A$51:$A$54</c:f>
              <c:strCache>
                <c:ptCount val="3"/>
                <c:pt idx="0">
                  <c:v>لا، وارغب بذلك / No, and I would like to</c:v>
                </c:pt>
                <c:pt idx="1">
                  <c:v>لا، ولست مهتمًا / No, not interested</c:v>
                </c:pt>
                <c:pt idx="2">
                  <c:v>نعم / Yes</c:v>
                </c:pt>
              </c:strCache>
            </c:strRef>
          </c:cat>
          <c:val>
            <c:numRef>
              <c:f>Sheet4!$B$51:$B$54</c:f>
              <c:numCache>
                <c:formatCode>General</c:formatCode>
                <c:ptCount val="3"/>
                <c:pt idx="0">
                  <c:v>21</c:v>
                </c:pt>
                <c:pt idx="1">
                  <c:v>8</c:v>
                </c:pt>
                <c:pt idx="2">
                  <c:v>9</c:v>
                </c:pt>
              </c:numCache>
            </c:numRef>
          </c:val>
          <c:extLst>
            <c:ext xmlns:c16="http://schemas.microsoft.com/office/drawing/2014/chart" uri="{C3380CC4-5D6E-409C-BE32-E72D297353CC}">
              <c16:uniqueId val="{00000000-7355-4AF6-AFA0-9C42294636CE}"/>
            </c:ext>
          </c:extLst>
        </c:ser>
        <c:dLbls>
          <c:showLegendKey val="0"/>
          <c:showVal val="1"/>
          <c:showCatName val="0"/>
          <c:showSerName val="0"/>
          <c:showPercent val="0"/>
          <c:showBubbleSize val="0"/>
        </c:dLbls>
        <c:gapWidth val="150"/>
        <c:overlap val="-25"/>
        <c:axId val="1225715247"/>
        <c:axId val="1225742607"/>
      </c:barChart>
      <c:catAx>
        <c:axId val="1225715247"/>
        <c:scaling>
          <c:orientation val="maxMin"/>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ar-SA"/>
          </a:p>
        </c:txPr>
        <c:crossAx val="1225742607"/>
        <c:crosses val="autoZero"/>
        <c:auto val="1"/>
        <c:lblAlgn val="ctr"/>
        <c:lblOffset val="100"/>
        <c:noMultiLvlLbl val="0"/>
      </c:catAx>
      <c:valAx>
        <c:axId val="1225742607"/>
        <c:scaling>
          <c:orientation val="minMax"/>
        </c:scaling>
        <c:delete val="1"/>
        <c:axPos val="r"/>
        <c:numFmt formatCode="General" sourceLinked="1"/>
        <c:majorTickMark val="none"/>
        <c:minorTickMark val="none"/>
        <c:tickLblPos val="nextTo"/>
        <c:crossAx val="122571524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ar-SA"/>
    </a:p>
  </c:txPr>
  <c:externalData r:id="rId3">
    <c:autoUpdate val="0"/>
  </c:externalData>
  <c:extLst>
    <c:ext xmlns:c14="http://schemas.microsoft.com/office/drawing/2007/8/2/chart" uri="{781A3756-C4B2-4CAC-9D66-4F8BD8637D16}">
      <c14:pivotOptions>
        <c14:dropZoneFilter val="1"/>
        <c14:dropZoneCategories val="1"/>
        <c14:dropZoneData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600"/>
              <a:t>What are the most significant difficulties you face in caring for palm trees?</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ar-SA"/>
        </a:p>
      </c:txPr>
    </c:title>
    <c:autoTitleDeleted val="0"/>
    <c:plotArea>
      <c:layout/>
      <c:barChart>
        <c:barDir val="col"/>
        <c:grouping val="clustered"/>
        <c:varyColors val="0"/>
        <c:ser>
          <c:idx val="0"/>
          <c:order val="0"/>
          <c:tx>
            <c:strRef>
              <c:f>Sheet1!$B$1</c:f>
              <c:strCache>
                <c:ptCount val="1"/>
                <c:pt idx="0">
                  <c:v>Count of What are the most significant difficulties you face in caring for palm trees?</c:v>
                </c:pt>
              </c:strCache>
            </c:strRef>
          </c:tx>
          <c:spPr>
            <a:solidFill>
              <a:schemeClr val="accent6">
                <a:lumMod val="50000"/>
              </a:schemeClr>
            </a:solidFill>
            <a:ln>
              <a:noFill/>
            </a:ln>
            <a:effectLst/>
          </c:spPr>
          <c:invertIfNegative val="0"/>
          <c:dLbls>
            <c:dLbl>
              <c:idx val="0"/>
              <c:tx>
                <c:rich>
                  <a:bodyPr/>
                  <a:lstStyle/>
                  <a:p>
                    <a:fld id="{E95DFD01-23FA-4E40-9FBB-CCFCAD29FFF2}" type="VALUE">
                      <a:rPr lang="en-US" sz="1400"/>
                      <a:pPr/>
                      <a:t>[VALUE]</a:t>
                    </a:fld>
                    <a:endParaRPr lang="ar-SA"/>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4-5996-484F-8F65-8CCABEC5AECB}"/>
                </c:ext>
              </c:extLst>
            </c:dLbl>
            <c:dLbl>
              <c:idx val="1"/>
              <c:tx>
                <c:rich>
                  <a:bodyPr/>
                  <a:lstStyle/>
                  <a:p>
                    <a:fld id="{593B50E8-9036-4152-B9D3-21F762A98F23}" type="VALUE">
                      <a:rPr lang="en-US" sz="1400" smtClean="0"/>
                      <a:pPr/>
                      <a:t>[VALUE]</a:t>
                    </a:fld>
                    <a:endParaRPr lang="ar-SA"/>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5996-484F-8F65-8CCABEC5AECB}"/>
                </c:ext>
              </c:extLst>
            </c:dLbl>
            <c:dLbl>
              <c:idx val="2"/>
              <c:tx>
                <c:rich>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fld id="{A90E87C6-E47F-48F0-BF01-E50760A3CFBE}" type="VALUE">
                      <a:rPr lang="en-US" sz="1400"/>
                      <a:pPr>
                        <a:defRPr sz="1200"/>
                      </a:pPr>
                      <a:t>[VALUE]</a:t>
                    </a:fld>
                    <a:endParaRPr lang="ar-SA"/>
                  </a:p>
                </c:rich>
              </c:tx>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chemeClr val="tx1">
                          <a:lumMod val="75000"/>
                          <a:lumOff val="25000"/>
                        </a:schemeClr>
                      </a:solidFill>
                      <a:latin typeface="+mn-lt"/>
                      <a:ea typeface="+mn-ea"/>
                      <a:cs typeface="+mn-cs"/>
                    </a:defRPr>
                  </a:pPr>
                  <a:endParaRPr lang="ar-SA"/>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2-5996-484F-8F65-8CCABEC5AECB}"/>
                </c:ext>
              </c:extLst>
            </c:dLbl>
            <c:dLbl>
              <c:idx val="3"/>
              <c:tx>
                <c:rich>
                  <a:bodyPr/>
                  <a:lstStyle/>
                  <a:p>
                    <a:fld id="{A1F1C12D-9C99-42CC-AAA4-FE9DD7FE33D2}" type="VALUE">
                      <a:rPr lang="en-US" sz="1400"/>
                      <a:pPr/>
                      <a:t>[VALUE]</a:t>
                    </a:fld>
                    <a:endParaRPr lang="ar-SA"/>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5996-484F-8F65-8CCABEC5AEC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ar-SA"/>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Difficulty in identifying diseases or pests</c:v>
                </c:pt>
                <c:pt idx="1">
                  <c:v>Difficulty in obtaining prompt advice or services</c:v>
                </c:pt>
                <c:pt idx="2">
                  <c:v>Lack of experience or information available</c:v>
                </c:pt>
                <c:pt idx="3">
                  <c:v>High cost of care (fertilizer-irrigation-labor)</c:v>
                </c:pt>
              </c:strCache>
            </c:strRef>
          </c:cat>
          <c:val>
            <c:numRef>
              <c:f>Sheet1!$B$2:$B$5</c:f>
              <c:numCache>
                <c:formatCode>General</c:formatCode>
                <c:ptCount val="4"/>
                <c:pt idx="0">
                  <c:v>83</c:v>
                </c:pt>
                <c:pt idx="1">
                  <c:v>33</c:v>
                </c:pt>
                <c:pt idx="2">
                  <c:v>48</c:v>
                </c:pt>
                <c:pt idx="3">
                  <c:v>60</c:v>
                </c:pt>
              </c:numCache>
            </c:numRef>
          </c:val>
          <c:extLst>
            <c:ext xmlns:c16="http://schemas.microsoft.com/office/drawing/2014/chart" uri="{C3380CC4-5D6E-409C-BE32-E72D297353CC}">
              <c16:uniqueId val="{00000000-5996-484F-8F65-8CCABEC5AECB}"/>
            </c:ext>
          </c:extLst>
        </c:ser>
        <c:dLbls>
          <c:showLegendKey val="0"/>
          <c:showVal val="1"/>
          <c:showCatName val="0"/>
          <c:showSerName val="0"/>
          <c:showPercent val="0"/>
          <c:showBubbleSize val="0"/>
        </c:dLbls>
        <c:gapWidth val="150"/>
        <c:overlap val="-25"/>
        <c:axId val="1217477119"/>
        <c:axId val="1217479039"/>
      </c:barChart>
      <c:catAx>
        <c:axId val="1217477119"/>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0" spcFirstLastPara="1" vertOverflow="ellipsis" wrap="square" anchor="ctr" anchorCtr="1"/>
          <a:lstStyle/>
          <a:p>
            <a:pPr>
              <a:defRPr sz="1050" b="0" i="0" u="none" strike="noStrike" kern="1200" baseline="0">
                <a:solidFill>
                  <a:schemeClr val="tx1">
                    <a:lumMod val="65000"/>
                    <a:lumOff val="35000"/>
                  </a:schemeClr>
                </a:solidFill>
                <a:latin typeface="+mn-lt"/>
                <a:ea typeface="+mn-ea"/>
                <a:cs typeface="+mn-cs"/>
              </a:defRPr>
            </a:pPr>
            <a:endParaRPr lang="ar-SA"/>
          </a:p>
        </c:txPr>
        <c:crossAx val="1217479039"/>
        <c:crosses val="autoZero"/>
        <c:auto val="1"/>
        <c:lblAlgn val="ctr"/>
        <c:lblOffset val="100"/>
        <c:noMultiLvlLbl val="0"/>
      </c:catAx>
      <c:valAx>
        <c:axId val="1217479039"/>
        <c:scaling>
          <c:orientation val="minMax"/>
        </c:scaling>
        <c:delete val="1"/>
        <c:axPos val="l"/>
        <c:numFmt formatCode="General" sourceLinked="1"/>
        <c:majorTickMark val="none"/>
        <c:minorTickMark val="none"/>
        <c:tickLblPos val="nextTo"/>
        <c:crossAx val="121747711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a:pPr>
      <a:endParaRPr lang="ar-SA"/>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9B0AFE-9BC1-4A39-BF51-CF64C7A62065}" type="datetimeFigureOut">
              <a:rPr lang="en-US" smtClean="0"/>
              <a:t>4/18/2026</a:t>
            </a:fld>
            <a:endParaRPr lang="en-US"/>
          </a:p>
        </p:txBody>
      </p:sp>
      <p:sp>
        <p:nvSpPr>
          <p:cNvPr id="4" name="Slide Image Placeholder 3"/>
          <p:cNvSpPr>
            <a:spLocks noGrp="1" noRot="1" noChangeAspect="1"/>
          </p:cNvSpPr>
          <p:nvPr>
            <p:ph type="sldImg" idx="2"/>
          </p:nvPr>
        </p:nvSpPr>
        <p:spPr>
          <a:xfrm>
            <a:off x="2562225" y="1143000"/>
            <a:ext cx="17335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DAE202-CD4F-428C-AF7F-ED0E948E6E34}" type="slidenum">
              <a:rPr lang="en-US" smtClean="0"/>
              <a:t>‹#›</a:t>
            </a:fld>
            <a:endParaRPr lang="en-US"/>
          </a:p>
        </p:txBody>
      </p:sp>
    </p:spTree>
    <p:extLst>
      <p:ext uri="{BB962C8B-B14F-4D97-AF65-F5344CB8AC3E}">
        <p14:creationId xmlns:p14="http://schemas.microsoft.com/office/powerpoint/2010/main" val="414469184"/>
      </p:ext>
    </p:extLst>
  </p:cSld>
  <p:clrMap bg1="lt1" tx1="dk1" bg2="lt2" tx2="dk2" accent1="accent1" accent2="accent2" accent3="accent3" accent4="accent4" accent5="accent5" accent6="accent6" hlink="hlink" folHlink="folHlink"/>
  <p:notesStyle>
    <a:lvl1pPr marL="0" algn="l" defTabSz="914126" rtl="0" eaLnBrk="1" latinLnBrk="0" hangingPunct="1">
      <a:defRPr sz="1200" kern="1200">
        <a:solidFill>
          <a:schemeClr val="tx1"/>
        </a:solidFill>
        <a:latin typeface="+mn-lt"/>
        <a:ea typeface="+mn-ea"/>
        <a:cs typeface="+mn-cs"/>
      </a:defRPr>
    </a:lvl1pPr>
    <a:lvl2pPr marL="457063" algn="l" defTabSz="914126" rtl="0" eaLnBrk="1" latinLnBrk="0" hangingPunct="1">
      <a:defRPr sz="1200" kern="1200">
        <a:solidFill>
          <a:schemeClr val="tx1"/>
        </a:solidFill>
        <a:latin typeface="+mn-lt"/>
        <a:ea typeface="+mn-ea"/>
        <a:cs typeface="+mn-cs"/>
      </a:defRPr>
    </a:lvl2pPr>
    <a:lvl3pPr marL="914126" algn="l" defTabSz="914126" rtl="0" eaLnBrk="1" latinLnBrk="0" hangingPunct="1">
      <a:defRPr sz="1200" kern="1200">
        <a:solidFill>
          <a:schemeClr val="tx1"/>
        </a:solidFill>
        <a:latin typeface="+mn-lt"/>
        <a:ea typeface="+mn-ea"/>
        <a:cs typeface="+mn-cs"/>
      </a:defRPr>
    </a:lvl3pPr>
    <a:lvl4pPr marL="1371189" algn="l" defTabSz="914126" rtl="0" eaLnBrk="1" latinLnBrk="0" hangingPunct="1">
      <a:defRPr sz="1200" kern="1200">
        <a:solidFill>
          <a:schemeClr val="tx1"/>
        </a:solidFill>
        <a:latin typeface="+mn-lt"/>
        <a:ea typeface="+mn-ea"/>
        <a:cs typeface="+mn-cs"/>
      </a:defRPr>
    </a:lvl4pPr>
    <a:lvl5pPr marL="1828251" algn="l" defTabSz="914126" rtl="0" eaLnBrk="1" latinLnBrk="0" hangingPunct="1">
      <a:defRPr sz="1200" kern="1200">
        <a:solidFill>
          <a:schemeClr val="tx1"/>
        </a:solidFill>
        <a:latin typeface="+mn-lt"/>
        <a:ea typeface="+mn-ea"/>
        <a:cs typeface="+mn-cs"/>
      </a:defRPr>
    </a:lvl5pPr>
    <a:lvl6pPr marL="2285314" algn="l" defTabSz="914126" rtl="0" eaLnBrk="1" latinLnBrk="0" hangingPunct="1">
      <a:defRPr sz="1200" kern="1200">
        <a:solidFill>
          <a:schemeClr val="tx1"/>
        </a:solidFill>
        <a:latin typeface="+mn-lt"/>
        <a:ea typeface="+mn-ea"/>
        <a:cs typeface="+mn-cs"/>
      </a:defRPr>
    </a:lvl6pPr>
    <a:lvl7pPr marL="2742377" algn="l" defTabSz="914126" rtl="0" eaLnBrk="1" latinLnBrk="0" hangingPunct="1">
      <a:defRPr sz="1200" kern="1200">
        <a:solidFill>
          <a:schemeClr val="tx1"/>
        </a:solidFill>
        <a:latin typeface="+mn-lt"/>
        <a:ea typeface="+mn-ea"/>
        <a:cs typeface="+mn-cs"/>
      </a:defRPr>
    </a:lvl7pPr>
    <a:lvl8pPr marL="3199440" algn="l" defTabSz="914126" rtl="0" eaLnBrk="1" latinLnBrk="0" hangingPunct="1">
      <a:defRPr sz="1200" kern="1200">
        <a:solidFill>
          <a:schemeClr val="tx1"/>
        </a:solidFill>
        <a:latin typeface="+mn-lt"/>
        <a:ea typeface="+mn-ea"/>
        <a:cs typeface="+mn-cs"/>
      </a:defRPr>
    </a:lvl8pPr>
    <a:lvl9pPr marL="3656503" algn="l" defTabSz="914126"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55A3D-41EB-32D9-F833-B837AA774E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9F76C4-A40B-1EE6-0517-0A599CB4E861}"/>
              </a:ext>
            </a:extLst>
          </p:cNvPr>
          <p:cNvSpPr>
            <a:spLocks noGrp="1" noRot="1" noChangeAspect="1"/>
          </p:cNvSpPr>
          <p:nvPr>
            <p:ph type="sldImg"/>
          </p:nvPr>
        </p:nvSpPr>
        <p:spPr>
          <a:xfrm>
            <a:off x="2562225" y="1143000"/>
            <a:ext cx="1733550" cy="3086100"/>
          </a:xfrm>
        </p:spPr>
        <p:txBody>
          <a:bodyPr/>
          <a:lstStyle/>
          <a:p>
            <a:endParaRPr lang="en-US"/>
          </a:p>
        </p:txBody>
      </p:sp>
      <p:sp>
        <p:nvSpPr>
          <p:cNvPr id="3" name="Notes Placeholder 2">
            <a:extLst>
              <a:ext uri="{FF2B5EF4-FFF2-40B4-BE49-F238E27FC236}">
                <a16:creationId xmlns:a16="http://schemas.microsoft.com/office/drawing/2014/main" id="{D75563A4-EB73-2BE2-F16F-F1AF91FFEBC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solidFill>
                <a:schemeClr val="bg2">
                  <a:lumMod val="25000"/>
                </a:schemeClr>
              </a:solidFill>
              <a:latin typeface="Times New Roman" panose="02020603050405020304" pitchFamily="18" charset="0"/>
              <a:cs typeface="+mj-cs"/>
            </a:endParaRPr>
          </a:p>
        </p:txBody>
      </p:sp>
      <p:sp>
        <p:nvSpPr>
          <p:cNvPr id="4" name="Slide Number Placeholder 3">
            <a:extLst>
              <a:ext uri="{FF2B5EF4-FFF2-40B4-BE49-F238E27FC236}">
                <a16:creationId xmlns:a16="http://schemas.microsoft.com/office/drawing/2014/main" id="{7AB37DF6-E8C2-9CD8-672E-CF3F9C9243B3}"/>
              </a:ext>
            </a:extLst>
          </p:cNvPr>
          <p:cNvSpPr>
            <a:spLocks noGrp="1"/>
          </p:cNvSpPr>
          <p:nvPr>
            <p:ph type="sldNum" sz="quarter" idx="5"/>
          </p:nvPr>
        </p:nvSpPr>
        <p:spPr/>
        <p:txBody>
          <a:bodyPr/>
          <a:lstStyle/>
          <a:p>
            <a:fld id="{06DAE202-CD4F-428C-AF7F-ED0E948E6E34}" type="slidenum">
              <a:rPr lang="en-US" smtClean="0"/>
              <a:t>1</a:t>
            </a:fld>
            <a:endParaRPr lang="en-US"/>
          </a:p>
        </p:txBody>
      </p:sp>
    </p:spTree>
    <p:extLst>
      <p:ext uri="{BB962C8B-B14F-4D97-AF65-F5344CB8AC3E}">
        <p14:creationId xmlns:p14="http://schemas.microsoft.com/office/powerpoint/2010/main" val="50270438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160032" y="8377972"/>
            <a:ext cx="24480361" cy="17822439"/>
          </a:xfrm>
        </p:spPr>
        <p:txBody>
          <a:bodyPr anchor="b"/>
          <a:lstStyle>
            <a:lvl1pPr algn="ctr">
              <a:defRPr sz="18898"/>
            </a:lvl1pPr>
          </a:lstStyle>
          <a:p>
            <a:r>
              <a:rPr lang="en-GB"/>
              <a:t>Click to edit Master title style</a:t>
            </a:r>
            <a:endParaRPr lang="en-US"/>
          </a:p>
        </p:txBody>
      </p:sp>
      <p:sp>
        <p:nvSpPr>
          <p:cNvPr id="3" name="Subtitle 2"/>
          <p:cNvSpPr>
            <a:spLocks noGrp="1"/>
          </p:cNvSpPr>
          <p:nvPr>
            <p:ph type="subTitle" idx="1"/>
          </p:nvPr>
        </p:nvSpPr>
        <p:spPr>
          <a:xfrm>
            <a:off x="3600053" y="26887713"/>
            <a:ext cx="21600319" cy="12359574"/>
          </a:xfrm>
        </p:spPr>
        <p:txBody>
          <a:bodyPr/>
          <a:lstStyle>
            <a:lvl1pPr marL="0" indent="0" algn="ctr">
              <a:buNone/>
              <a:defRPr sz="7559"/>
            </a:lvl1pPr>
            <a:lvl2pPr marL="1440043" indent="0" algn="ctr">
              <a:buNone/>
              <a:defRPr sz="6299"/>
            </a:lvl2pPr>
            <a:lvl3pPr marL="2880086" indent="0" algn="ctr">
              <a:buNone/>
              <a:defRPr sz="5669"/>
            </a:lvl3pPr>
            <a:lvl4pPr marL="4320129" indent="0" algn="ctr">
              <a:buNone/>
              <a:defRPr sz="5040"/>
            </a:lvl4pPr>
            <a:lvl5pPr marL="5760171" indent="0" algn="ctr">
              <a:buNone/>
              <a:defRPr sz="5040"/>
            </a:lvl5pPr>
            <a:lvl6pPr marL="7200214" indent="0" algn="ctr">
              <a:buNone/>
              <a:defRPr sz="5040"/>
            </a:lvl6pPr>
            <a:lvl7pPr marL="8640257" indent="0" algn="ctr">
              <a:buNone/>
              <a:defRPr sz="5040"/>
            </a:lvl7pPr>
            <a:lvl8pPr marL="10080300" indent="0" algn="ctr">
              <a:buNone/>
              <a:defRPr sz="5040"/>
            </a:lvl8pPr>
            <a:lvl9pPr marL="11520343" indent="0" algn="ctr">
              <a:buNone/>
              <a:defRPr sz="504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65ABCE60-366B-44A9-891D-D2B1712C894F}" type="datetimeFigureOut">
              <a:rPr lang="ar-SA" smtClean="0"/>
              <a:t>02/11/1447</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00C4F2E9-6C4D-4F7A-B152-2D75E648520E}" type="slidenum">
              <a:rPr lang="ar-SA" smtClean="0"/>
              <a:t>‹#›</a:t>
            </a:fld>
            <a:endParaRPr lang="ar-SA"/>
          </a:p>
        </p:txBody>
      </p:sp>
      <p:grpSp>
        <p:nvGrpSpPr>
          <p:cNvPr id="7" name="Group 6">
            <a:extLst>
              <a:ext uri="{FF2B5EF4-FFF2-40B4-BE49-F238E27FC236}">
                <a16:creationId xmlns:a16="http://schemas.microsoft.com/office/drawing/2014/main" id="{869BDC27-D9EC-E1CA-096C-38718FC9641D}"/>
              </a:ext>
            </a:extLst>
          </p:cNvPr>
          <p:cNvGrpSpPr/>
          <p:nvPr userDrawn="1"/>
        </p:nvGrpSpPr>
        <p:grpSpPr>
          <a:xfrm>
            <a:off x="22432314" y="498372"/>
            <a:ext cx="5818163" cy="7328978"/>
            <a:chOff x="22300160" y="347597"/>
            <a:chExt cx="5818804" cy="7331026"/>
          </a:xfrm>
          <a:solidFill>
            <a:srgbClr val="7F8B3A"/>
          </a:solidFill>
        </p:grpSpPr>
        <p:sp>
          <p:nvSpPr>
            <p:cNvPr id="8" name="Arrow: Pentagon 12">
              <a:extLst>
                <a:ext uri="{FF2B5EF4-FFF2-40B4-BE49-F238E27FC236}">
                  <a16:creationId xmlns:a16="http://schemas.microsoft.com/office/drawing/2014/main" id="{5BF4F7C1-DA58-80DF-1D27-31AC1EE4FABD}"/>
                </a:ext>
              </a:extLst>
            </p:cNvPr>
            <p:cNvSpPr/>
            <p:nvPr/>
          </p:nvSpPr>
          <p:spPr>
            <a:xfrm rot="5400000">
              <a:off x="21544049" y="1103708"/>
              <a:ext cx="7331026" cy="5818804"/>
            </a:xfrm>
            <a:prstGeom prst="homePlate">
              <a:avLst/>
            </a:prstGeom>
            <a:grpFill/>
            <a:ln>
              <a:solidFill>
                <a:srgbClr val="906B2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712"/>
            </a:p>
          </p:txBody>
        </p:sp>
        <p:sp>
          <p:nvSpPr>
            <p:cNvPr id="9" name="TextBox 8">
              <a:extLst>
                <a:ext uri="{FF2B5EF4-FFF2-40B4-BE49-F238E27FC236}">
                  <a16:creationId xmlns:a16="http://schemas.microsoft.com/office/drawing/2014/main" id="{5F2E3B1B-3B27-5B0E-3AD2-98FCC0969458}"/>
                </a:ext>
              </a:extLst>
            </p:cNvPr>
            <p:cNvSpPr txBox="1"/>
            <p:nvPr/>
          </p:nvSpPr>
          <p:spPr>
            <a:xfrm>
              <a:off x="24767162" y="5124190"/>
              <a:ext cx="1064605" cy="938161"/>
            </a:xfrm>
            <a:prstGeom prst="rect">
              <a:avLst/>
            </a:prstGeom>
            <a:grpFill/>
          </p:spPr>
          <p:txBody>
            <a:bodyPr wrap="none" lIns="92915" tIns="46457" rIns="92915" bIns="46457" rtlCol="0" anchor="t">
              <a:spAutoFit/>
            </a:bodyPr>
            <a:lstStyle/>
            <a:p>
              <a:r>
                <a:rPr lang="en-US" sz="5485">
                  <a:solidFill>
                    <a:schemeClr val="bg1"/>
                  </a:solidFill>
                  <a:ea typeface="Calibri"/>
                  <a:cs typeface="Calibri"/>
                </a:rPr>
                <a:t>CIS</a:t>
              </a:r>
            </a:p>
          </p:txBody>
        </p:sp>
        <p:pic>
          <p:nvPicPr>
            <p:cNvPr id="10" name="Picture 9">
              <a:extLst>
                <a:ext uri="{FF2B5EF4-FFF2-40B4-BE49-F238E27FC236}">
                  <a16:creationId xmlns:a16="http://schemas.microsoft.com/office/drawing/2014/main" id="{EBBA01CD-79C7-C580-E99B-19D9B877716C}"/>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2508542" y="723893"/>
              <a:ext cx="5440447" cy="3329280"/>
            </a:xfrm>
            <a:prstGeom prst="rect">
              <a:avLst/>
            </a:prstGeom>
            <a:grpFill/>
          </p:spPr>
        </p:pic>
      </p:grpSp>
      <p:pic>
        <p:nvPicPr>
          <p:cNvPr id="11" name="Picture 10">
            <a:extLst>
              <a:ext uri="{FF2B5EF4-FFF2-40B4-BE49-F238E27FC236}">
                <a16:creationId xmlns:a16="http://schemas.microsoft.com/office/drawing/2014/main" id="{5ED6EA40-A257-97D1-22BE-99C76001C636}"/>
              </a:ext>
            </a:extLst>
          </p:cNvPr>
          <p:cNvPicPr/>
          <p:nvPr userDrawn="1"/>
        </p:nvPicPr>
        <p:blipFill>
          <a:blip r:embed="rId3" cstate="print">
            <a:extLst>
              <a:ext uri="{28A0092B-C50C-407E-A947-70E740481C1C}">
                <a14:useLocalDpi xmlns:a14="http://schemas.microsoft.com/office/drawing/2010/main" val="0"/>
              </a:ext>
            </a:extLst>
          </a:blip>
          <a:stretch>
            <a:fillRect/>
          </a:stretch>
        </p:blipFill>
        <p:spPr>
          <a:xfrm>
            <a:off x="148544" y="150205"/>
            <a:ext cx="8592563" cy="7127579"/>
          </a:xfrm>
          <a:prstGeom prst="rect">
            <a:avLst/>
          </a:prstGeom>
        </p:spPr>
      </p:pic>
      <p:sp>
        <p:nvSpPr>
          <p:cNvPr id="12" name="Rectangle 11">
            <a:extLst>
              <a:ext uri="{FF2B5EF4-FFF2-40B4-BE49-F238E27FC236}">
                <a16:creationId xmlns:a16="http://schemas.microsoft.com/office/drawing/2014/main" id="{B0C89D3D-B712-065C-FDAA-CA0D5F99BDD1}"/>
              </a:ext>
            </a:extLst>
          </p:cNvPr>
          <p:cNvSpPr/>
          <p:nvPr userDrawn="1"/>
        </p:nvSpPr>
        <p:spPr>
          <a:xfrm>
            <a:off x="568165" y="8336229"/>
            <a:ext cx="27547699" cy="42578962"/>
          </a:xfrm>
          <a:prstGeom prst="rect">
            <a:avLst/>
          </a:prstGeom>
          <a:noFill/>
          <a:ln w="177800">
            <a:solidFill>
              <a:srgbClr val="7F8B3A"/>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defTabSz="434931"/>
            <a:endParaRPr lang="ar-SA" sz="12330">
              <a:ln>
                <a:solidFill>
                  <a:srgbClr val="7F8B3A"/>
                </a:solidFill>
              </a:ln>
              <a:latin typeface="Times New Roman" panose="02020603050405020304" pitchFamily="18" charset="0"/>
              <a:cs typeface="+mj-cs"/>
            </a:endParaRPr>
          </a:p>
        </p:txBody>
      </p:sp>
    </p:spTree>
    <p:extLst>
      <p:ext uri="{BB962C8B-B14F-4D97-AF65-F5344CB8AC3E}">
        <p14:creationId xmlns:p14="http://schemas.microsoft.com/office/powerpoint/2010/main" val="22112181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5ABCE60-366B-44A9-891D-D2B1712C894F}" type="datetimeFigureOut">
              <a:rPr lang="ar-SA" smtClean="0"/>
              <a:t>02/11/1447</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00C4F2E9-6C4D-4F7A-B152-2D75E648520E}" type="slidenum">
              <a:rPr lang="ar-SA" smtClean="0"/>
              <a:t>‹#›</a:t>
            </a:fld>
            <a:endParaRPr lang="ar-SA"/>
          </a:p>
        </p:txBody>
      </p:sp>
    </p:spTree>
    <p:extLst>
      <p:ext uri="{BB962C8B-B14F-4D97-AF65-F5344CB8AC3E}">
        <p14:creationId xmlns:p14="http://schemas.microsoft.com/office/powerpoint/2010/main" val="26801875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65030" y="12762493"/>
            <a:ext cx="24840367" cy="21294493"/>
          </a:xfrm>
        </p:spPr>
        <p:txBody>
          <a:bodyPr anchor="b"/>
          <a:lstStyle>
            <a:lvl1pPr>
              <a:defRPr sz="18898"/>
            </a:lvl1pPr>
          </a:lstStyle>
          <a:p>
            <a:r>
              <a:rPr lang="en-GB"/>
              <a:t>Click to edit Master title style</a:t>
            </a:r>
            <a:endParaRPr lang="en-US"/>
          </a:p>
        </p:txBody>
      </p:sp>
      <p:sp>
        <p:nvSpPr>
          <p:cNvPr id="3" name="Text Placeholder 2"/>
          <p:cNvSpPr>
            <a:spLocks noGrp="1"/>
          </p:cNvSpPr>
          <p:nvPr>
            <p:ph type="body" idx="1"/>
          </p:nvPr>
        </p:nvSpPr>
        <p:spPr>
          <a:xfrm>
            <a:off x="1965030" y="34258441"/>
            <a:ext cx="24840367" cy="11198271"/>
          </a:xfrm>
        </p:spPr>
        <p:txBody>
          <a:bodyPr/>
          <a:lstStyle>
            <a:lvl1pPr marL="0" indent="0">
              <a:buNone/>
              <a:defRPr sz="7559">
                <a:solidFill>
                  <a:schemeClr val="tx1"/>
                </a:solidFill>
              </a:defRPr>
            </a:lvl1pPr>
            <a:lvl2pPr marL="1440043" indent="0">
              <a:buNone/>
              <a:defRPr sz="6299">
                <a:solidFill>
                  <a:schemeClr val="tx1">
                    <a:tint val="75000"/>
                  </a:schemeClr>
                </a:solidFill>
              </a:defRPr>
            </a:lvl2pPr>
            <a:lvl3pPr marL="2880086" indent="0">
              <a:buNone/>
              <a:defRPr sz="5669">
                <a:solidFill>
                  <a:schemeClr val="tx1">
                    <a:tint val="75000"/>
                  </a:schemeClr>
                </a:solidFill>
              </a:defRPr>
            </a:lvl3pPr>
            <a:lvl4pPr marL="4320129" indent="0">
              <a:buNone/>
              <a:defRPr sz="5040">
                <a:solidFill>
                  <a:schemeClr val="tx1">
                    <a:tint val="75000"/>
                  </a:schemeClr>
                </a:solidFill>
              </a:defRPr>
            </a:lvl4pPr>
            <a:lvl5pPr marL="5760171" indent="0">
              <a:buNone/>
              <a:defRPr sz="5040">
                <a:solidFill>
                  <a:schemeClr val="tx1">
                    <a:tint val="75000"/>
                  </a:schemeClr>
                </a:solidFill>
              </a:defRPr>
            </a:lvl5pPr>
            <a:lvl6pPr marL="7200214" indent="0">
              <a:buNone/>
              <a:defRPr sz="5040">
                <a:solidFill>
                  <a:schemeClr val="tx1">
                    <a:tint val="75000"/>
                  </a:schemeClr>
                </a:solidFill>
              </a:defRPr>
            </a:lvl6pPr>
            <a:lvl7pPr marL="8640257" indent="0">
              <a:buNone/>
              <a:defRPr sz="5040">
                <a:solidFill>
                  <a:schemeClr val="tx1">
                    <a:tint val="75000"/>
                  </a:schemeClr>
                </a:solidFill>
              </a:defRPr>
            </a:lvl7pPr>
            <a:lvl8pPr marL="10080300" indent="0">
              <a:buNone/>
              <a:defRPr sz="5040">
                <a:solidFill>
                  <a:schemeClr val="tx1">
                    <a:tint val="75000"/>
                  </a:schemeClr>
                </a:solidFill>
              </a:defRPr>
            </a:lvl8pPr>
            <a:lvl9pPr marL="11520343" indent="0">
              <a:buNone/>
              <a:defRPr sz="504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5ABCE60-366B-44A9-891D-D2B1712C894F}" type="datetimeFigureOut">
              <a:rPr lang="ar-SA" smtClean="0"/>
              <a:t>02/11/1447</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00C4F2E9-6C4D-4F7A-B152-2D75E648520E}" type="slidenum">
              <a:rPr lang="ar-SA" smtClean="0"/>
              <a:t>‹#›</a:t>
            </a:fld>
            <a:endParaRPr lang="ar-SA"/>
          </a:p>
        </p:txBody>
      </p:sp>
    </p:spTree>
    <p:extLst>
      <p:ext uri="{BB962C8B-B14F-4D97-AF65-F5344CB8AC3E}">
        <p14:creationId xmlns:p14="http://schemas.microsoft.com/office/powerpoint/2010/main" val="327896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1980029" y="13627530"/>
            <a:ext cx="12240181" cy="324809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14580215" y="13627530"/>
            <a:ext cx="12240181" cy="32480925"/>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65ABCE60-366B-44A9-891D-D2B1712C894F}" type="datetimeFigureOut">
              <a:rPr lang="ar-SA" smtClean="0"/>
              <a:t>02/11/1447</a:t>
            </a:fld>
            <a:endParaRPr lang="ar-SA"/>
          </a:p>
        </p:txBody>
      </p:sp>
      <p:sp>
        <p:nvSpPr>
          <p:cNvPr id="6" name="Footer Placeholder 5"/>
          <p:cNvSpPr>
            <a:spLocks noGrp="1"/>
          </p:cNvSpPr>
          <p:nvPr>
            <p:ph type="ftr" sz="quarter" idx="11"/>
          </p:nvPr>
        </p:nvSpPr>
        <p:spPr/>
        <p:txBody>
          <a:bodyPr/>
          <a:lstStyle/>
          <a:p>
            <a:endParaRPr lang="ar-SA"/>
          </a:p>
        </p:txBody>
      </p:sp>
      <p:sp>
        <p:nvSpPr>
          <p:cNvPr id="7" name="Slide Number Placeholder 6"/>
          <p:cNvSpPr>
            <a:spLocks noGrp="1"/>
          </p:cNvSpPr>
          <p:nvPr>
            <p:ph type="sldNum" sz="quarter" idx="12"/>
          </p:nvPr>
        </p:nvSpPr>
        <p:spPr/>
        <p:txBody>
          <a:bodyPr/>
          <a:lstStyle/>
          <a:p>
            <a:fld id="{00C4F2E9-6C4D-4F7A-B152-2D75E648520E}" type="slidenum">
              <a:rPr lang="ar-SA" smtClean="0"/>
              <a:t>‹#›</a:t>
            </a:fld>
            <a:endParaRPr lang="ar-SA"/>
          </a:p>
        </p:txBody>
      </p:sp>
    </p:spTree>
    <p:extLst>
      <p:ext uri="{BB962C8B-B14F-4D97-AF65-F5344CB8AC3E}">
        <p14:creationId xmlns:p14="http://schemas.microsoft.com/office/powerpoint/2010/main" val="18761656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983780" y="2725517"/>
            <a:ext cx="24840367" cy="9894776"/>
          </a:xfrm>
        </p:spPr>
        <p:txBody>
          <a:bodyPr/>
          <a:lstStyle/>
          <a:p>
            <a:r>
              <a:rPr lang="en-GB"/>
              <a:t>Click to edit Master title style</a:t>
            </a:r>
            <a:endParaRPr lang="en-US"/>
          </a:p>
        </p:txBody>
      </p:sp>
      <p:sp>
        <p:nvSpPr>
          <p:cNvPr id="3" name="Text Placeholder 2"/>
          <p:cNvSpPr>
            <a:spLocks noGrp="1"/>
          </p:cNvSpPr>
          <p:nvPr>
            <p:ph type="body" idx="1"/>
          </p:nvPr>
        </p:nvSpPr>
        <p:spPr>
          <a:xfrm>
            <a:off x="1983784" y="12549181"/>
            <a:ext cx="12183928" cy="6150160"/>
          </a:xfrm>
        </p:spPr>
        <p:txBody>
          <a:bodyPr anchor="b"/>
          <a:lstStyle>
            <a:lvl1pPr marL="0" indent="0">
              <a:buNone/>
              <a:defRPr sz="7559" b="1"/>
            </a:lvl1pPr>
            <a:lvl2pPr marL="1440043" indent="0">
              <a:buNone/>
              <a:defRPr sz="6299" b="1"/>
            </a:lvl2pPr>
            <a:lvl3pPr marL="2880086" indent="0">
              <a:buNone/>
              <a:defRPr sz="5669" b="1"/>
            </a:lvl3pPr>
            <a:lvl4pPr marL="4320129" indent="0">
              <a:buNone/>
              <a:defRPr sz="5040" b="1"/>
            </a:lvl4pPr>
            <a:lvl5pPr marL="5760171" indent="0">
              <a:buNone/>
              <a:defRPr sz="5040" b="1"/>
            </a:lvl5pPr>
            <a:lvl6pPr marL="7200214" indent="0">
              <a:buNone/>
              <a:defRPr sz="5040" b="1"/>
            </a:lvl6pPr>
            <a:lvl7pPr marL="8640257" indent="0">
              <a:buNone/>
              <a:defRPr sz="5040" b="1"/>
            </a:lvl7pPr>
            <a:lvl8pPr marL="10080300" indent="0">
              <a:buNone/>
              <a:defRPr sz="5040" b="1"/>
            </a:lvl8pPr>
            <a:lvl9pPr marL="11520343" indent="0">
              <a:buNone/>
              <a:defRPr sz="5040" b="1"/>
            </a:lvl9pPr>
          </a:lstStyle>
          <a:p>
            <a:pPr lvl="0"/>
            <a:r>
              <a:rPr lang="en-GB"/>
              <a:t>Click to edit Master text styles</a:t>
            </a:r>
          </a:p>
        </p:txBody>
      </p:sp>
      <p:sp>
        <p:nvSpPr>
          <p:cNvPr id="4" name="Content Placeholder 3"/>
          <p:cNvSpPr>
            <a:spLocks noGrp="1"/>
          </p:cNvSpPr>
          <p:nvPr>
            <p:ph sz="half" idx="2"/>
          </p:nvPr>
        </p:nvSpPr>
        <p:spPr>
          <a:xfrm>
            <a:off x="1983784" y="18699341"/>
            <a:ext cx="12183928" cy="275039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14580217" y="12549181"/>
            <a:ext cx="12243932" cy="6150160"/>
          </a:xfrm>
        </p:spPr>
        <p:txBody>
          <a:bodyPr anchor="b"/>
          <a:lstStyle>
            <a:lvl1pPr marL="0" indent="0">
              <a:buNone/>
              <a:defRPr sz="7559" b="1"/>
            </a:lvl1pPr>
            <a:lvl2pPr marL="1440043" indent="0">
              <a:buNone/>
              <a:defRPr sz="6299" b="1"/>
            </a:lvl2pPr>
            <a:lvl3pPr marL="2880086" indent="0">
              <a:buNone/>
              <a:defRPr sz="5669" b="1"/>
            </a:lvl3pPr>
            <a:lvl4pPr marL="4320129" indent="0">
              <a:buNone/>
              <a:defRPr sz="5040" b="1"/>
            </a:lvl4pPr>
            <a:lvl5pPr marL="5760171" indent="0">
              <a:buNone/>
              <a:defRPr sz="5040" b="1"/>
            </a:lvl5pPr>
            <a:lvl6pPr marL="7200214" indent="0">
              <a:buNone/>
              <a:defRPr sz="5040" b="1"/>
            </a:lvl6pPr>
            <a:lvl7pPr marL="8640257" indent="0">
              <a:buNone/>
              <a:defRPr sz="5040" b="1"/>
            </a:lvl7pPr>
            <a:lvl8pPr marL="10080300" indent="0">
              <a:buNone/>
              <a:defRPr sz="5040" b="1"/>
            </a:lvl8pPr>
            <a:lvl9pPr marL="11520343" indent="0">
              <a:buNone/>
              <a:defRPr sz="5040" b="1"/>
            </a:lvl9pPr>
          </a:lstStyle>
          <a:p>
            <a:pPr lvl="0"/>
            <a:r>
              <a:rPr lang="en-GB"/>
              <a:t>Click to edit Master text styles</a:t>
            </a:r>
          </a:p>
        </p:txBody>
      </p:sp>
      <p:sp>
        <p:nvSpPr>
          <p:cNvPr id="6" name="Content Placeholder 5"/>
          <p:cNvSpPr>
            <a:spLocks noGrp="1"/>
          </p:cNvSpPr>
          <p:nvPr>
            <p:ph sz="quarter" idx="4"/>
          </p:nvPr>
        </p:nvSpPr>
        <p:spPr>
          <a:xfrm>
            <a:off x="14580217" y="18699341"/>
            <a:ext cx="12243932" cy="27503914"/>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65ABCE60-366B-44A9-891D-D2B1712C894F}" type="datetimeFigureOut">
              <a:rPr lang="ar-SA" smtClean="0"/>
              <a:t>02/11/1447</a:t>
            </a:fld>
            <a:endParaRPr lang="ar-SA"/>
          </a:p>
        </p:txBody>
      </p:sp>
      <p:sp>
        <p:nvSpPr>
          <p:cNvPr id="8" name="Footer Placeholder 7"/>
          <p:cNvSpPr>
            <a:spLocks noGrp="1"/>
          </p:cNvSpPr>
          <p:nvPr>
            <p:ph type="ftr" sz="quarter" idx="11"/>
          </p:nvPr>
        </p:nvSpPr>
        <p:spPr/>
        <p:txBody>
          <a:bodyPr/>
          <a:lstStyle/>
          <a:p>
            <a:endParaRPr lang="ar-SA"/>
          </a:p>
        </p:txBody>
      </p:sp>
      <p:sp>
        <p:nvSpPr>
          <p:cNvPr id="9" name="Slide Number Placeholder 8"/>
          <p:cNvSpPr>
            <a:spLocks noGrp="1"/>
          </p:cNvSpPr>
          <p:nvPr>
            <p:ph type="sldNum" sz="quarter" idx="12"/>
          </p:nvPr>
        </p:nvSpPr>
        <p:spPr/>
        <p:txBody>
          <a:bodyPr/>
          <a:lstStyle/>
          <a:p>
            <a:fld id="{00C4F2E9-6C4D-4F7A-B152-2D75E648520E}" type="slidenum">
              <a:rPr lang="ar-SA" smtClean="0"/>
              <a:t>‹#›</a:t>
            </a:fld>
            <a:endParaRPr lang="ar-SA"/>
          </a:p>
        </p:txBody>
      </p:sp>
    </p:spTree>
    <p:extLst>
      <p:ext uri="{BB962C8B-B14F-4D97-AF65-F5344CB8AC3E}">
        <p14:creationId xmlns:p14="http://schemas.microsoft.com/office/powerpoint/2010/main" val="41102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65ABCE60-366B-44A9-891D-D2B1712C894F}" type="datetimeFigureOut">
              <a:rPr lang="ar-SA" smtClean="0"/>
              <a:t>02/11/1447</a:t>
            </a:fld>
            <a:endParaRPr lang="ar-SA"/>
          </a:p>
        </p:txBody>
      </p:sp>
      <p:sp>
        <p:nvSpPr>
          <p:cNvPr id="4" name="Footer Placeholder 3"/>
          <p:cNvSpPr>
            <a:spLocks noGrp="1"/>
          </p:cNvSpPr>
          <p:nvPr>
            <p:ph type="ftr" sz="quarter" idx="11"/>
          </p:nvPr>
        </p:nvSpPr>
        <p:spPr/>
        <p:txBody>
          <a:bodyPr/>
          <a:lstStyle/>
          <a:p>
            <a:endParaRPr lang="ar-SA"/>
          </a:p>
        </p:txBody>
      </p:sp>
      <p:sp>
        <p:nvSpPr>
          <p:cNvPr id="5" name="Slide Number Placeholder 4"/>
          <p:cNvSpPr>
            <a:spLocks noGrp="1"/>
          </p:cNvSpPr>
          <p:nvPr>
            <p:ph type="sldNum" sz="quarter" idx="12"/>
          </p:nvPr>
        </p:nvSpPr>
        <p:spPr/>
        <p:txBody>
          <a:bodyPr/>
          <a:lstStyle/>
          <a:p>
            <a:fld id="{00C4F2E9-6C4D-4F7A-B152-2D75E648520E}" type="slidenum">
              <a:rPr lang="ar-SA" smtClean="0"/>
              <a:t>‹#›</a:t>
            </a:fld>
            <a:endParaRPr lang="ar-SA"/>
          </a:p>
        </p:txBody>
      </p:sp>
    </p:spTree>
    <p:extLst>
      <p:ext uri="{BB962C8B-B14F-4D97-AF65-F5344CB8AC3E}">
        <p14:creationId xmlns:p14="http://schemas.microsoft.com/office/powerpoint/2010/main" val="33467569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5ABCE60-366B-44A9-891D-D2B1712C894F}" type="datetimeFigureOut">
              <a:rPr lang="ar-SA" smtClean="0"/>
              <a:t>02/11/1447</a:t>
            </a:fld>
            <a:endParaRPr lang="ar-SA"/>
          </a:p>
        </p:txBody>
      </p:sp>
      <p:sp>
        <p:nvSpPr>
          <p:cNvPr id="3" name="Footer Placeholder 2"/>
          <p:cNvSpPr>
            <a:spLocks noGrp="1"/>
          </p:cNvSpPr>
          <p:nvPr>
            <p:ph type="ftr" sz="quarter" idx="11"/>
          </p:nvPr>
        </p:nvSpPr>
        <p:spPr/>
        <p:txBody>
          <a:bodyPr/>
          <a:lstStyle/>
          <a:p>
            <a:endParaRPr lang="ar-SA"/>
          </a:p>
        </p:txBody>
      </p:sp>
      <p:sp>
        <p:nvSpPr>
          <p:cNvPr id="4" name="Slide Number Placeholder 3"/>
          <p:cNvSpPr>
            <a:spLocks noGrp="1"/>
          </p:cNvSpPr>
          <p:nvPr>
            <p:ph type="sldNum" sz="quarter" idx="12"/>
          </p:nvPr>
        </p:nvSpPr>
        <p:spPr/>
        <p:txBody>
          <a:bodyPr/>
          <a:lstStyle/>
          <a:p>
            <a:fld id="{00C4F2E9-6C4D-4F7A-B152-2D75E648520E}" type="slidenum">
              <a:rPr lang="ar-SA" smtClean="0"/>
              <a:t>‹#›</a:t>
            </a:fld>
            <a:endParaRPr lang="ar-SA"/>
          </a:p>
        </p:txBody>
      </p:sp>
    </p:spTree>
    <p:extLst>
      <p:ext uri="{BB962C8B-B14F-4D97-AF65-F5344CB8AC3E}">
        <p14:creationId xmlns:p14="http://schemas.microsoft.com/office/powerpoint/2010/main" val="7035171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3780" y="3412808"/>
            <a:ext cx="9288887" cy="11944826"/>
          </a:xfrm>
        </p:spPr>
        <p:txBody>
          <a:bodyPr anchor="b"/>
          <a:lstStyle>
            <a:lvl1pPr>
              <a:defRPr sz="10079"/>
            </a:lvl1pPr>
          </a:lstStyle>
          <a:p>
            <a:r>
              <a:rPr lang="en-GB"/>
              <a:t>Click to edit Master title style</a:t>
            </a:r>
            <a:endParaRPr lang="en-US"/>
          </a:p>
        </p:txBody>
      </p:sp>
      <p:sp>
        <p:nvSpPr>
          <p:cNvPr id="3" name="Content Placeholder 2"/>
          <p:cNvSpPr>
            <a:spLocks noGrp="1"/>
          </p:cNvSpPr>
          <p:nvPr>
            <p:ph idx="1"/>
          </p:nvPr>
        </p:nvSpPr>
        <p:spPr>
          <a:xfrm>
            <a:off x="12243932" y="7370728"/>
            <a:ext cx="14580215" cy="36379580"/>
          </a:xfrm>
        </p:spPr>
        <p:txBody>
          <a:bodyPr/>
          <a:lstStyle>
            <a:lvl1pPr>
              <a:defRPr sz="10079"/>
            </a:lvl1pPr>
            <a:lvl2pPr>
              <a:defRPr sz="8819"/>
            </a:lvl2pPr>
            <a:lvl3pPr>
              <a:defRPr sz="7559"/>
            </a:lvl3pPr>
            <a:lvl4pPr>
              <a:defRPr sz="6299"/>
            </a:lvl4pPr>
            <a:lvl5pPr>
              <a:defRPr sz="6299"/>
            </a:lvl5pPr>
            <a:lvl6pPr>
              <a:defRPr sz="6299"/>
            </a:lvl6pPr>
            <a:lvl7pPr>
              <a:defRPr sz="6299"/>
            </a:lvl7pPr>
            <a:lvl8pPr>
              <a:defRPr sz="6299"/>
            </a:lvl8pPr>
            <a:lvl9pPr>
              <a:defRPr sz="6299"/>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1983780" y="15357634"/>
            <a:ext cx="9288887" cy="28451917"/>
          </a:xfrm>
        </p:spPr>
        <p:txBody>
          <a:bodyPr/>
          <a:lstStyle>
            <a:lvl1pPr marL="0" indent="0">
              <a:buNone/>
              <a:defRPr sz="5040"/>
            </a:lvl1pPr>
            <a:lvl2pPr marL="1440043" indent="0">
              <a:buNone/>
              <a:defRPr sz="4410"/>
            </a:lvl2pPr>
            <a:lvl3pPr marL="2880086" indent="0">
              <a:buNone/>
              <a:defRPr sz="3780"/>
            </a:lvl3pPr>
            <a:lvl4pPr marL="4320129" indent="0">
              <a:buNone/>
              <a:defRPr sz="3150"/>
            </a:lvl4pPr>
            <a:lvl5pPr marL="5760171" indent="0">
              <a:buNone/>
              <a:defRPr sz="3150"/>
            </a:lvl5pPr>
            <a:lvl6pPr marL="7200214" indent="0">
              <a:buNone/>
              <a:defRPr sz="3150"/>
            </a:lvl6pPr>
            <a:lvl7pPr marL="8640257" indent="0">
              <a:buNone/>
              <a:defRPr sz="3150"/>
            </a:lvl7pPr>
            <a:lvl8pPr marL="10080300" indent="0">
              <a:buNone/>
              <a:defRPr sz="3150"/>
            </a:lvl8pPr>
            <a:lvl9pPr marL="11520343" indent="0">
              <a:buNone/>
              <a:defRPr sz="3150"/>
            </a:lvl9pPr>
          </a:lstStyle>
          <a:p>
            <a:pPr lvl="0"/>
            <a:r>
              <a:rPr lang="en-GB"/>
              <a:t>Click to edit Master text styles</a:t>
            </a:r>
          </a:p>
        </p:txBody>
      </p:sp>
      <p:sp>
        <p:nvSpPr>
          <p:cNvPr id="5" name="Date Placeholder 4"/>
          <p:cNvSpPr>
            <a:spLocks noGrp="1"/>
          </p:cNvSpPr>
          <p:nvPr>
            <p:ph type="dt" sz="half" idx="10"/>
          </p:nvPr>
        </p:nvSpPr>
        <p:spPr/>
        <p:txBody>
          <a:bodyPr/>
          <a:lstStyle/>
          <a:p>
            <a:fld id="{65ABCE60-366B-44A9-891D-D2B1712C894F}" type="datetimeFigureOut">
              <a:rPr lang="ar-SA" smtClean="0"/>
              <a:t>02/11/1447</a:t>
            </a:fld>
            <a:endParaRPr lang="ar-SA"/>
          </a:p>
        </p:txBody>
      </p:sp>
      <p:sp>
        <p:nvSpPr>
          <p:cNvPr id="6" name="Footer Placeholder 5"/>
          <p:cNvSpPr>
            <a:spLocks noGrp="1"/>
          </p:cNvSpPr>
          <p:nvPr>
            <p:ph type="ftr" sz="quarter" idx="11"/>
          </p:nvPr>
        </p:nvSpPr>
        <p:spPr/>
        <p:txBody>
          <a:bodyPr/>
          <a:lstStyle/>
          <a:p>
            <a:endParaRPr lang="ar-SA"/>
          </a:p>
        </p:txBody>
      </p:sp>
      <p:sp>
        <p:nvSpPr>
          <p:cNvPr id="7" name="Slide Number Placeholder 6"/>
          <p:cNvSpPr>
            <a:spLocks noGrp="1"/>
          </p:cNvSpPr>
          <p:nvPr>
            <p:ph type="sldNum" sz="quarter" idx="12"/>
          </p:nvPr>
        </p:nvSpPr>
        <p:spPr/>
        <p:txBody>
          <a:bodyPr/>
          <a:lstStyle/>
          <a:p>
            <a:fld id="{00C4F2E9-6C4D-4F7A-B152-2D75E648520E}" type="slidenum">
              <a:rPr lang="ar-SA" smtClean="0"/>
              <a:t>‹#›</a:t>
            </a:fld>
            <a:endParaRPr lang="ar-SA"/>
          </a:p>
        </p:txBody>
      </p:sp>
    </p:spTree>
    <p:extLst>
      <p:ext uri="{BB962C8B-B14F-4D97-AF65-F5344CB8AC3E}">
        <p14:creationId xmlns:p14="http://schemas.microsoft.com/office/powerpoint/2010/main" val="6922051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3780" y="3412808"/>
            <a:ext cx="9288887" cy="11944826"/>
          </a:xfrm>
        </p:spPr>
        <p:txBody>
          <a:bodyPr anchor="b"/>
          <a:lstStyle>
            <a:lvl1pPr>
              <a:defRPr sz="10079"/>
            </a:lvl1pPr>
          </a:lstStyle>
          <a:p>
            <a:r>
              <a:rPr lang="en-GB"/>
              <a:t>Click to edit Master title style</a:t>
            </a:r>
            <a:endParaRPr lang="en-US"/>
          </a:p>
        </p:txBody>
      </p:sp>
      <p:sp>
        <p:nvSpPr>
          <p:cNvPr id="3" name="Picture Placeholder 2"/>
          <p:cNvSpPr>
            <a:spLocks noGrp="1" noChangeAspect="1"/>
          </p:cNvSpPr>
          <p:nvPr>
            <p:ph type="pic" idx="1"/>
          </p:nvPr>
        </p:nvSpPr>
        <p:spPr>
          <a:xfrm>
            <a:off x="12243932" y="7370728"/>
            <a:ext cx="14580215" cy="36379580"/>
          </a:xfrm>
        </p:spPr>
        <p:txBody>
          <a:bodyPr anchor="t"/>
          <a:lstStyle>
            <a:lvl1pPr marL="0" indent="0">
              <a:buNone/>
              <a:defRPr sz="10079"/>
            </a:lvl1pPr>
            <a:lvl2pPr marL="1440043" indent="0">
              <a:buNone/>
              <a:defRPr sz="8819"/>
            </a:lvl2pPr>
            <a:lvl3pPr marL="2880086" indent="0">
              <a:buNone/>
              <a:defRPr sz="7559"/>
            </a:lvl3pPr>
            <a:lvl4pPr marL="4320129" indent="0">
              <a:buNone/>
              <a:defRPr sz="6299"/>
            </a:lvl4pPr>
            <a:lvl5pPr marL="5760171" indent="0">
              <a:buNone/>
              <a:defRPr sz="6299"/>
            </a:lvl5pPr>
            <a:lvl6pPr marL="7200214" indent="0">
              <a:buNone/>
              <a:defRPr sz="6299"/>
            </a:lvl6pPr>
            <a:lvl7pPr marL="8640257" indent="0">
              <a:buNone/>
              <a:defRPr sz="6299"/>
            </a:lvl7pPr>
            <a:lvl8pPr marL="10080300" indent="0">
              <a:buNone/>
              <a:defRPr sz="6299"/>
            </a:lvl8pPr>
            <a:lvl9pPr marL="11520343" indent="0">
              <a:buNone/>
              <a:defRPr sz="6299"/>
            </a:lvl9pPr>
          </a:lstStyle>
          <a:p>
            <a:r>
              <a:rPr lang="en-GB"/>
              <a:t>Click icon to add picture</a:t>
            </a:r>
            <a:endParaRPr lang="en-US"/>
          </a:p>
        </p:txBody>
      </p:sp>
      <p:sp>
        <p:nvSpPr>
          <p:cNvPr id="4" name="Text Placeholder 3"/>
          <p:cNvSpPr>
            <a:spLocks noGrp="1"/>
          </p:cNvSpPr>
          <p:nvPr>
            <p:ph type="body" sz="half" idx="2"/>
          </p:nvPr>
        </p:nvSpPr>
        <p:spPr>
          <a:xfrm>
            <a:off x="1983780" y="15357634"/>
            <a:ext cx="9288887" cy="28451917"/>
          </a:xfrm>
        </p:spPr>
        <p:txBody>
          <a:bodyPr/>
          <a:lstStyle>
            <a:lvl1pPr marL="0" indent="0">
              <a:buNone/>
              <a:defRPr sz="5040"/>
            </a:lvl1pPr>
            <a:lvl2pPr marL="1440043" indent="0">
              <a:buNone/>
              <a:defRPr sz="4410"/>
            </a:lvl2pPr>
            <a:lvl3pPr marL="2880086" indent="0">
              <a:buNone/>
              <a:defRPr sz="3780"/>
            </a:lvl3pPr>
            <a:lvl4pPr marL="4320129" indent="0">
              <a:buNone/>
              <a:defRPr sz="3150"/>
            </a:lvl4pPr>
            <a:lvl5pPr marL="5760171" indent="0">
              <a:buNone/>
              <a:defRPr sz="3150"/>
            </a:lvl5pPr>
            <a:lvl6pPr marL="7200214" indent="0">
              <a:buNone/>
              <a:defRPr sz="3150"/>
            </a:lvl6pPr>
            <a:lvl7pPr marL="8640257" indent="0">
              <a:buNone/>
              <a:defRPr sz="3150"/>
            </a:lvl7pPr>
            <a:lvl8pPr marL="10080300" indent="0">
              <a:buNone/>
              <a:defRPr sz="3150"/>
            </a:lvl8pPr>
            <a:lvl9pPr marL="11520343" indent="0">
              <a:buNone/>
              <a:defRPr sz="3150"/>
            </a:lvl9pPr>
          </a:lstStyle>
          <a:p>
            <a:pPr lvl="0"/>
            <a:r>
              <a:rPr lang="en-GB"/>
              <a:t>Click to edit Master text styles</a:t>
            </a:r>
          </a:p>
        </p:txBody>
      </p:sp>
      <p:sp>
        <p:nvSpPr>
          <p:cNvPr id="5" name="Date Placeholder 4"/>
          <p:cNvSpPr>
            <a:spLocks noGrp="1"/>
          </p:cNvSpPr>
          <p:nvPr>
            <p:ph type="dt" sz="half" idx="10"/>
          </p:nvPr>
        </p:nvSpPr>
        <p:spPr/>
        <p:txBody>
          <a:bodyPr/>
          <a:lstStyle/>
          <a:p>
            <a:fld id="{65ABCE60-366B-44A9-891D-D2B1712C894F}" type="datetimeFigureOut">
              <a:rPr lang="ar-SA" smtClean="0"/>
              <a:t>02/11/1447</a:t>
            </a:fld>
            <a:endParaRPr lang="ar-SA"/>
          </a:p>
        </p:txBody>
      </p:sp>
      <p:sp>
        <p:nvSpPr>
          <p:cNvPr id="6" name="Footer Placeholder 5"/>
          <p:cNvSpPr>
            <a:spLocks noGrp="1"/>
          </p:cNvSpPr>
          <p:nvPr>
            <p:ph type="ftr" sz="quarter" idx="11"/>
          </p:nvPr>
        </p:nvSpPr>
        <p:spPr/>
        <p:txBody>
          <a:bodyPr/>
          <a:lstStyle/>
          <a:p>
            <a:endParaRPr lang="ar-SA"/>
          </a:p>
        </p:txBody>
      </p:sp>
      <p:sp>
        <p:nvSpPr>
          <p:cNvPr id="7" name="Slide Number Placeholder 6"/>
          <p:cNvSpPr>
            <a:spLocks noGrp="1"/>
          </p:cNvSpPr>
          <p:nvPr>
            <p:ph type="sldNum" sz="quarter" idx="12"/>
          </p:nvPr>
        </p:nvSpPr>
        <p:spPr/>
        <p:txBody>
          <a:bodyPr/>
          <a:lstStyle/>
          <a:p>
            <a:fld id="{00C4F2E9-6C4D-4F7A-B152-2D75E648520E}" type="slidenum">
              <a:rPr lang="ar-SA" smtClean="0"/>
              <a:t>‹#›</a:t>
            </a:fld>
            <a:endParaRPr lang="ar-SA"/>
          </a:p>
        </p:txBody>
      </p:sp>
    </p:spTree>
    <p:extLst>
      <p:ext uri="{BB962C8B-B14F-4D97-AF65-F5344CB8AC3E}">
        <p14:creationId xmlns:p14="http://schemas.microsoft.com/office/powerpoint/2010/main" val="5451080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5ABCE60-366B-44A9-891D-D2B1712C894F}" type="datetimeFigureOut">
              <a:rPr lang="ar-SA" smtClean="0"/>
              <a:t>02/11/1447</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00C4F2E9-6C4D-4F7A-B152-2D75E648520E}" type="slidenum">
              <a:rPr lang="ar-SA" smtClean="0"/>
              <a:t>‹#›</a:t>
            </a:fld>
            <a:endParaRPr lang="ar-SA"/>
          </a:p>
        </p:txBody>
      </p:sp>
    </p:spTree>
    <p:extLst>
      <p:ext uri="{BB962C8B-B14F-4D97-AF65-F5344CB8AC3E}">
        <p14:creationId xmlns:p14="http://schemas.microsoft.com/office/powerpoint/2010/main" val="25446154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0610306" y="2725506"/>
            <a:ext cx="6210092" cy="43382949"/>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1980031" y="2725506"/>
            <a:ext cx="18270270" cy="4338294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65ABCE60-366B-44A9-891D-D2B1712C894F}" type="datetimeFigureOut">
              <a:rPr lang="ar-SA" smtClean="0"/>
              <a:t>02/11/1447</a:t>
            </a:fld>
            <a:endParaRPr lang="ar-SA"/>
          </a:p>
        </p:txBody>
      </p:sp>
      <p:sp>
        <p:nvSpPr>
          <p:cNvPr id="5" name="Footer Placeholder 4"/>
          <p:cNvSpPr>
            <a:spLocks noGrp="1"/>
          </p:cNvSpPr>
          <p:nvPr>
            <p:ph type="ftr" sz="quarter" idx="11"/>
          </p:nvPr>
        </p:nvSpPr>
        <p:spPr/>
        <p:txBody>
          <a:bodyPr/>
          <a:lstStyle/>
          <a:p>
            <a:endParaRPr lang="ar-SA"/>
          </a:p>
        </p:txBody>
      </p:sp>
      <p:sp>
        <p:nvSpPr>
          <p:cNvPr id="6" name="Slide Number Placeholder 5"/>
          <p:cNvSpPr>
            <a:spLocks noGrp="1"/>
          </p:cNvSpPr>
          <p:nvPr>
            <p:ph type="sldNum" sz="quarter" idx="12"/>
          </p:nvPr>
        </p:nvSpPr>
        <p:spPr/>
        <p:txBody>
          <a:bodyPr/>
          <a:lstStyle/>
          <a:p>
            <a:fld id="{00C4F2E9-6C4D-4F7A-B152-2D75E648520E}" type="slidenum">
              <a:rPr lang="ar-SA" smtClean="0"/>
              <a:t>‹#›</a:t>
            </a:fld>
            <a:endParaRPr lang="ar-SA"/>
          </a:p>
        </p:txBody>
      </p:sp>
    </p:spTree>
    <p:extLst>
      <p:ext uri="{BB962C8B-B14F-4D97-AF65-F5344CB8AC3E}">
        <p14:creationId xmlns:p14="http://schemas.microsoft.com/office/powerpoint/2010/main" val="1368314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980029" y="2725517"/>
            <a:ext cx="24840367" cy="9894776"/>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1980029" y="13627530"/>
            <a:ext cx="24840367" cy="32480925"/>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1980029" y="47447516"/>
            <a:ext cx="6480096" cy="2725506"/>
          </a:xfrm>
          <a:prstGeom prst="rect">
            <a:avLst/>
          </a:prstGeom>
        </p:spPr>
        <p:txBody>
          <a:bodyPr vert="horz" lIns="91440" tIns="45720" rIns="91440" bIns="45720" rtlCol="0" anchor="ctr"/>
          <a:lstStyle>
            <a:lvl1pPr algn="l">
              <a:defRPr sz="3780">
                <a:solidFill>
                  <a:schemeClr val="tx1">
                    <a:tint val="75000"/>
                  </a:schemeClr>
                </a:solidFill>
              </a:defRPr>
            </a:lvl1pPr>
          </a:lstStyle>
          <a:p>
            <a:fld id="{65ABCE60-366B-44A9-891D-D2B1712C894F}" type="datetimeFigureOut">
              <a:rPr lang="ar-SA" smtClean="0"/>
              <a:t>02/11/1447</a:t>
            </a:fld>
            <a:endParaRPr lang="ar-SA"/>
          </a:p>
        </p:txBody>
      </p:sp>
      <p:sp>
        <p:nvSpPr>
          <p:cNvPr id="5" name="Footer Placeholder 4"/>
          <p:cNvSpPr>
            <a:spLocks noGrp="1"/>
          </p:cNvSpPr>
          <p:nvPr>
            <p:ph type="ftr" sz="quarter" idx="3"/>
          </p:nvPr>
        </p:nvSpPr>
        <p:spPr>
          <a:xfrm>
            <a:off x="9540141" y="47447516"/>
            <a:ext cx="9720143" cy="2725506"/>
          </a:xfrm>
          <a:prstGeom prst="rect">
            <a:avLst/>
          </a:prstGeom>
        </p:spPr>
        <p:txBody>
          <a:bodyPr vert="horz" lIns="91440" tIns="45720" rIns="91440" bIns="45720" rtlCol="0" anchor="ctr"/>
          <a:lstStyle>
            <a:lvl1pPr algn="ctr">
              <a:defRPr sz="3780">
                <a:solidFill>
                  <a:schemeClr val="tx1">
                    <a:tint val="75000"/>
                  </a:schemeClr>
                </a:solidFill>
              </a:defRPr>
            </a:lvl1pPr>
          </a:lstStyle>
          <a:p>
            <a:endParaRPr lang="ar-SA"/>
          </a:p>
        </p:txBody>
      </p:sp>
      <p:sp>
        <p:nvSpPr>
          <p:cNvPr id="6" name="Slide Number Placeholder 5"/>
          <p:cNvSpPr>
            <a:spLocks noGrp="1"/>
          </p:cNvSpPr>
          <p:nvPr>
            <p:ph type="sldNum" sz="quarter" idx="4"/>
          </p:nvPr>
        </p:nvSpPr>
        <p:spPr>
          <a:xfrm>
            <a:off x="20340300" y="47447516"/>
            <a:ext cx="6480096" cy="2725506"/>
          </a:xfrm>
          <a:prstGeom prst="rect">
            <a:avLst/>
          </a:prstGeom>
        </p:spPr>
        <p:txBody>
          <a:bodyPr vert="horz" lIns="91440" tIns="45720" rIns="91440" bIns="45720" rtlCol="0" anchor="ctr"/>
          <a:lstStyle>
            <a:lvl1pPr algn="r">
              <a:defRPr sz="3780">
                <a:solidFill>
                  <a:schemeClr val="tx1">
                    <a:tint val="75000"/>
                  </a:schemeClr>
                </a:solidFill>
              </a:defRPr>
            </a:lvl1pPr>
          </a:lstStyle>
          <a:p>
            <a:fld id="{00C4F2E9-6C4D-4F7A-B152-2D75E648520E}" type="slidenum">
              <a:rPr lang="ar-SA" smtClean="0"/>
              <a:t>‹#›</a:t>
            </a:fld>
            <a:endParaRPr lang="ar-SA"/>
          </a:p>
        </p:txBody>
      </p:sp>
    </p:spTree>
    <p:extLst>
      <p:ext uri="{BB962C8B-B14F-4D97-AF65-F5344CB8AC3E}">
        <p14:creationId xmlns:p14="http://schemas.microsoft.com/office/powerpoint/2010/main" val="4288384325"/>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defTabSz="2880086" rtl="0" eaLnBrk="1" latinLnBrk="0" hangingPunct="1">
        <a:lnSpc>
          <a:spcPct val="90000"/>
        </a:lnSpc>
        <a:spcBef>
          <a:spcPct val="0"/>
        </a:spcBef>
        <a:buNone/>
        <a:defRPr sz="13859" kern="1200">
          <a:solidFill>
            <a:schemeClr val="tx1"/>
          </a:solidFill>
          <a:latin typeface="+mj-lt"/>
          <a:ea typeface="+mj-ea"/>
          <a:cs typeface="+mj-cs"/>
        </a:defRPr>
      </a:lvl1pPr>
    </p:titleStyle>
    <p:bodyStyle>
      <a:lvl1pPr marL="720021" indent="-720021" algn="l" defTabSz="2880086" rtl="0" eaLnBrk="1" latinLnBrk="0" hangingPunct="1">
        <a:lnSpc>
          <a:spcPct val="90000"/>
        </a:lnSpc>
        <a:spcBef>
          <a:spcPts val="3150"/>
        </a:spcBef>
        <a:buFont typeface="Arial" panose="020B0604020202020204" pitchFamily="34" charset="0"/>
        <a:buChar char="•"/>
        <a:defRPr sz="8819" kern="1200">
          <a:solidFill>
            <a:schemeClr val="tx1"/>
          </a:solidFill>
          <a:latin typeface="+mn-lt"/>
          <a:ea typeface="+mn-ea"/>
          <a:cs typeface="+mn-cs"/>
        </a:defRPr>
      </a:lvl1pPr>
      <a:lvl2pPr marL="2160064" indent="-720021" algn="l" defTabSz="2880086" rtl="0" eaLnBrk="1" latinLnBrk="0" hangingPunct="1">
        <a:lnSpc>
          <a:spcPct val="90000"/>
        </a:lnSpc>
        <a:spcBef>
          <a:spcPts val="1575"/>
        </a:spcBef>
        <a:buFont typeface="Arial" panose="020B0604020202020204" pitchFamily="34" charset="0"/>
        <a:buChar char="•"/>
        <a:defRPr sz="7559" kern="1200">
          <a:solidFill>
            <a:schemeClr val="tx1"/>
          </a:solidFill>
          <a:latin typeface="+mn-lt"/>
          <a:ea typeface="+mn-ea"/>
          <a:cs typeface="+mn-cs"/>
        </a:defRPr>
      </a:lvl2pPr>
      <a:lvl3pPr marL="3600107" indent="-720021" algn="l" defTabSz="2880086" rtl="0" eaLnBrk="1" latinLnBrk="0" hangingPunct="1">
        <a:lnSpc>
          <a:spcPct val="90000"/>
        </a:lnSpc>
        <a:spcBef>
          <a:spcPts val="1575"/>
        </a:spcBef>
        <a:buFont typeface="Arial" panose="020B0604020202020204" pitchFamily="34" charset="0"/>
        <a:buChar char="•"/>
        <a:defRPr sz="6299" kern="1200">
          <a:solidFill>
            <a:schemeClr val="tx1"/>
          </a:solidFill>
          <a:latin typeface="+mn-lt"/>
          <a:ea typeface="+mn-ea"/>
          <a:cs typeface="+mn-cs"/>
        </a:defRPr>
      </a:lvl3pPr>
      <a:lvl4pPr marL="5040150"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4pPr>
      <a:lvl5pPr marL="6480193"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5pPr>
      <a:lvl6pPr marL="7920236"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6pPr>
      <a:lvl7pPr marL="9360278"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7pPr>
      <a:lvl8pPr marL="10800321"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8pPr>
      <a:lvl9pPr marL="12240364" indent="-720021" algn="l" defTabSz="2880086" rtl="0" eaLnBrk="1" latinLnBrk="0" hangingPunct="1">
        <a:lnSpc>
          <a:spcPct val="90000"/>
        </a:lnSpc>
        <a:spcBef>
          <a:spcPts val="1575"/>
        </a:spcBef>
        <a:buFont typeface="Arial" panose="020B0604020202020204" pitchFamily="34" charset="0"/>
        <a:buChar char="•"/>
        <a:defRPr sz="5669" kern="1200">
          <a:solidFill>
            <a:schemeClr val="tx1"/>
          </a:solidFill>
          <a:latin typeface="+mn-lt"/>
          <a:ea typeface="+mn-ea"/>
          <a:cs typeface="+mn-cs"/>
        </a:defRPr>
      </a:lvl9pPr>
    </p:bodyStyle>
    <p:otherStyle>
      <a:defPPr>
        <a:defRPr lang="en-US"/>
      </a:defPPr>
      <a:lvl1pPr marL="0" algn="l" defTabSz="2880086" rtl="0" eaLnBrk="1" latinLnBrk="0" hangingPunct="1">
        <a:defRPr sz="5669" kern="1200">
          <a:solidFill>
            <a:schemeClr val="tx1"/>
          </a:solidFill>
          <a:latin typeface="+mn-lt"/>
          <a:ea typeface="+mn-ea"/>
          <a:cs typeface="+mn-cs"/>
        </a:defRPr>
      </a:lvl1pPr>
      <a:lvl2pPr marL="1440043" algn="l" defTabSz="2880086" rtl="0" eaLnBrk="1" latinLnBrk="0" hangingPunct="1">
        <a:defRPr sz="5669" kern="1200">
          <a:solidFill>
            <a:schemeClr val="tx1"/>
          </a:solidFill>
          <a:latin typeface="+mn-lt"/>
          <a:ea typeface="+mn-ea"/>
          <a:cs typeface="+mn-cs"/>
        </a:defRPr>
      </a:lvl2pPr>
      <a:lvl3pPr marL="2880086" algn="l" defTabSz="2880086" rtl="0" eaLnBrk="1" latinLnBrk="0" hangingPunct="1">
        <a:defRPr sz="5669" kern="1200">
          <a:solidFill>
            <a:schemeClr val="tx1"/>
          </a:solidFill>
          <a:latin typeface="+mn-lt"/>
          <a:ea typeface="+mn-ea"/>
          <a:cs typeface="+mn-cs"/>
        </a:defRPr>
      </a:lvl3pPr>
      <a:lvl4pPr marL="4320129" algn="l" defTabSz="2880086" rtl="0" eaLnBrk="1" latinLnBrk="0" hangingPunct="1">
        <a:defRPr sz="5669" kern="1200">
          <a:solidFill>
            <a:schemeClr val="tx1"/>
          </a:solidFill>
          <a:latin typeface="+mn-lt"/>
          <a:ea typeface="+mn-ea"/>
          <a:cs typeface="+mn-cs"/>
        </a:defRPr>
      </a:lvl4pPr>
      <a:lvl5pPr marL="5760171" algn="l" defTabSz="2880086" rtl="0" eaLnBrk="1" latinLnBrk="0" hangingPunct="1">
        <a:defRPr sz="5669" kern="1200">
          <a:solidFill>
            <a:schemeClr val="tx1"/>
          </a:solidFill>
          <a:latin typeface="+mn-lt"/>
          <a:ea typeface="+mn-ea"/>
          <a:cs typeface="+mn-cs"/>
        </a:defRPr>
      </a:lvl5pPr>
      <a:lvl6pPr marL="7200214" algn="l" defTabSz="2880086" rtl="0" eaLnBrk="1" latinLnBrk="0" hangingPunct="1">
        <a:defRPr sz="5669" kern="1200">
          <a:solidFill>
            <a:schemeClr val="tx1"/>
          </a:solidFill>
          <a:latin typeface="+mn-lt"/>
          <a:ea typeface="+mn-ea"/>
          <a:cs typeface="+mn-cs"/>
        </a:defRPr>
      </a:lvl6pPr>
      <a:lvl7pPr marL="8640257" algn="l" defTabSz="2880086" rtl="0" eaLnBrk="1" latinLnBrk="0" hangingPunct="1">
        <a:defRPr sz="5669" kern="1200">
          <a:solidFill>
            <a:schemeClr val="tx1"/>
          </a:solidFill>
          <a:latin typeface="+mn-lt"/>
          <a:ea typeface="+mn-ea"/>
          <a:cs typeface="+mn-cs"/>
        </a:defRPr>
      </a:lvl7pPr>
      <a:lvl8pPr marL="10080300" algn="l" defTabSz="2880086" rtl="0" eaLnBrk="1" latinLnBrk="0" hangingPunct="1">
        <a:defRPr sz="5669" kern="1200">
          <a:solidFill>
            <a:schemeClr val="tx1"/>
          </a:solidFill>
          <a:latin typeface="+mn-lt"/>
          <a:ea typeface="+mn-ea"/>
          <a:cs typeface="+mn-cs"/>
        </a:defRPr>
      </a:lvl8pPr>
      <a:lvl9pPr marL="11520343" algn="l" defTabSz="2880086" rtl="0" eaLnBrk="1" latinLnBrk="0" hangingPunct="1">
        <a:defRPr sz="566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18" Type="http://schemas.openxmlformats.org/officeDocument/2006/relationships/image" Target="../media/image16.png"/><Relationship Id="rId26" Type="http://schemas.openxmlformats.org/officeDocument/2006/relationships/image" Target="../media/image24.png"/><Relationship Id="rId3" Type="http://schemas.openxmlformats.org/officeDocument/2006/relationships/image" Target="../media/image3.png"/><Relationship Id="rId21" Type="http://schemas.openxmlformats.org/officeDocument/2006/relationships/image" Target="../media/image19.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5" Type="http://schemas.openxmlformats.org/officeDocument/2006/relationships/image" Target="../media/image23.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1" Type="http://schemas.openxmlformats.org/officeDocument/2006/relationships/slideLayout" Target="../slideLayouts/slideLayout1.xml"/><Relationship Id="rId6" Type="http://schemas.openxmlformats.org/officeDocument/2006/relationships/chart" Target="../charts/chart2.xml"/><Relationship Id="rId11" Type="http://schemas.openxmlformats.org/officeDocument/2006/relationships/image" Target="../media/image9.png"/><Relationship Id="rId24" Type="http://schemas.openxmlformats.org/officeDocument/2006/relationships/image" Target="../media/image22.jpeg"/><Relationship Id="rId5" Type="http://schemas.openxmlformats.org/officeDocument/2006/relationships/chart" Target="../charts/chart1.xml"/><Relationship Id="rId15" Type="http://schemas.openxmlformats.org/officeDocument/2006/relationships/image" Target="../media/image13.png"/><Relationship Id="rId23" Type="http://schemas.openxmlformats.org/officeDocument/2006/relationships/image" Target="../media/image21.jpeg"/><Relationship Id="rId10" Type="http://schemas.openxmlformats.org/officeDocument/2006/relationships/image" Target="../media/image8.png"/><Relationship Id="rId19" Type="http://schemas.openxmlformats.org/officeDocument/2006/relationships/image" Target="../media/image17.png"/><Relationship Id="rId4" Type="http://schemas.openxmlformats.org/officeDocument/2006/relationships/image" Target="../media/image4.png"/><Relationship Id="rId9" Type="http://schemas.openxmlformats.org/officeDocument/2006/relationships/image" Target="../media/image7.png"/><Relationship Id="rId14" Type="http://schemas.openxmlformats.org/officeDocument/2006/relationships/image" Target="../media/image12.png"/><Relationship Id="rId22"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092C6F-88B6-BAA1-DCEE-BC42C15EC05E}"/>
            </a:ext>
          </a:extLst>
        </p:cNvPr>
        <p:cNvGrpSpPr/>
        <p:nvPr/>
      </p:nvGrpSpPr>
      <p:grpSpPr>
        <a:xfrm>
          <a:off x="0" y="0"/>
          <a:ext cx="0" cy="0"/>
          <a:chOff x="0" y="0"/>
          <a:chExt cx="0" cy="0"/>
        </a:xfrm>
      </p:grpSpPr>
      <p:sp>
        <p:nvSpPr>
          <p:cNvPr id="12" name="Text Box 10">
            <a:extLst>
              <a:ext uri="{FF2B5EF4-FFF2-40B4-BE49-F238E27FC236}">
                <a16:creationId xmlns:a16="http://schemas.microsoft.com/office/drawing/2014/main" id="{29136568-7A1E-A47A-F33A-BBD4B5A9AB86}"/>
              </a:ext>
            </a:extLst>
          </p:cNvPr>
          <p:cNvSpPr txBox="1"/>
          <p:nvPr/>
        </p:nvSpPr>
        <p:spPr>
          <a:xfrm>
            <a:off x="8775271" y="4349794"/>
            <a:ext cx="12898285" cy="3477555"/>
          </a:xfrm>
          <a:prstGeom prst="rect">
            <a:avLst/>
          </a:prstGeom>
          <a:noFill/>
          <a:ln w="6350">
            <a:noFill/>
            <a:prstDash val="dash"/>
          </a:ln>
        </p:spPr>
        <p:txBody>
          <a:bodyPr rot="0" spcFirstLastPara="0" vert="horz" wrap="square" lIns="206817" tIns="103408" rIns="206817" bIns="103408" numCol="1" spcCol="0" rtlCol="0" fromWordArt="0" anchor="ctr" anchorCtr="0" forceAA="0" compatLnSpc="1">
            <a:prstTxWarp prst="textNoShape">
              <a:avLst/>
            </a:prstTxWarp>
            <a:noAutofit/>
          </a:bodyPr>
          <a:lstStyle/>
          <a:p>
            <a:pPr algn="ctr"/>
            <a:endParaRPr lang="en-US" sz="6000" dirty="0">
              <a:ea typeface="+mn-lt"/>
              <a:cs typeface="+mn-lt"/>
            </a:endParaRPr>
          </a:p>
          <a:p>
            <a:r>
              <a:rPr lang="en-US" sz="5400" dirty="0" err="1">
                <a:ea typeface="+mn-lt"/>
                <a:cs typeface="+mn-lt"/>
              </a:rPr>
              <a:t>Prepered</a:t>
            </a:r>
            <a:r>
              <a:rPr lang="en-US" sz="5400" dirty="0">
                <a:ea typeface="+mn-lt"/>
                <a:cs typeface="+mn-lt"/>
              </a:rPr>
              <a:t> By: Zainab Albadi, Hebah </a:t>
            </a:r>
            <a:r>
              <a:rPr lang="en-US" sz="5400" dirty="0" err="1">
                <a:ea typeface="+mn-lt"/>
                <a:cs typeface="+mn-lt"/>
              </a:rPr>
              <a:t>Altheyab</a:t>
            </a:r>
            <a:r>
              <a:rPr lang="en-US" sz="5400" dirty="0">
                <a:ea typeface="+mn-lt"/>
                <a:cs typeface="+mn-lt"/>
              </a:rPr>
              <a:t>, Zinab </a:t>
            </a:r>
            <a:r>
              <a:rPr lang="en-US" sz="5400" dirty="0" err="1">
                <a:ea typeface="+mn-lt"/>
                <a:cs typeface="+mn-lt"/>
              </a:rPr>
              <a:t>Alrashed</a:t>
            </a:r>
            <a:r>
              <a:rPr lang="en-US" sz="5400" dirty="0">
                <a:ea typeface="+mn-lt"/>
                <a:cs typeface="+mn-lt"/>
              </a:rPr>
              <a:t>, Doja </a:t>
            </a:r>
            <a:r>
              <a:rPr lang="en-US" sz="5400" dirty="0" err="1">
                <a:ea typeface="+mn-lt"/>
                <a:cs typeface="+mn-lt"/>
              </a:rPr>
              <a:t>Alnemer</a:t>
            </a:r>
            <a:r>
              <a:rPr lang="en-US" sz="5400" dirty="0">
                <a:ea typeface="+mn-lt"/>
                <a:cs typeface="+mn-lt"/>
              </a:rPr>
              <a:t>, Donia </a:t>
            </a:r>
            <a:r>
              <a:rPr lang="en-US" sz="5400" dirty="0" err="1">
                <a:ea typeface="+mn-lt"/>
                <a:cs typeface="+mn-lt"/>
              </a:rPr>
              <a:t>Alfarhan</a:t>
            </a:r>
            <a:r>
              <a:rPr lang="en-US" sz="5400" dirty="0">
                <a:ea typeface="+mn-lt"/>
                <a:cs typeface="+mn-lt"/>
              </a:rPr>
              <a:t>.</a:t>
            </a:r>
          </a:p>
          <a:p>
            <a:endParaRPr lang="en-US" sz="1600" dirty="0">
              <a:ea typeface="+mn-lt"/>
              <a:cs typeface="+mn-lt"/>
            </a:endParaRPr>
          </a:p>
          <a:p>
            <a:pPr algn="ctr"/>
            <a:r>
              <a:rPr lang="en-US" sz="4400" dirty="0">
                <a:ea typeface="+mn-lt"/>
                <a:cs typeface="+mn-lt"/>
              </a:rPr>
              <a:t>Supervised By: </a:t>
            </a:r>
            <a:r>
              <a:rPr lang="en-US" sz="4400" dirty="0"/>
              <a:t>Mrs. </a:t>
            </a:r>
            <a:r>
              <a:rPr lang="en-US" sz="4400" dirty="0" err="1"/>
              <a:t>Albandary</a:t>
            </a:r>
            <a:r>
              <a:rPr lang="en-US" sz="4400" dirty="0"/>
              <a:t> Alamer </a:t>
            </a:r>
            <a:r>
              <a:rPr lang="en-US" sz="4400" dirty="0">
                <a:ea typeface="+mn-lt"/>
                <a:cs typeface="+mn-lt"/>
              </a:rPr>
              <a:t> </a:t>
            </a:r>
            <a:endParaRPr lang="en-US" sz="4400" dirty="0">
              <a:latin typeface="Calibri"/>
              <a:ea typeface="Calibri"/>
              <a:cs typeface="Calibri"/>
            </a:endParaRPr>
          </a:p>
          <a:p>
            <a:pPr algn="ctr">
              <a:lnSpc>
                <a:spcPct val="107000"/>
              </a:lnSpc>
            </a:pPr>
            <a:endParaRPr lang="en-US" sz="6095" b="1" dirty="0">
              <a:latin typeface="Goudy Old Style" panose="02020502050305020303" pitchFamily="18" charset="0"/>
              <a:cs typeface="Arabic Typesetting"/>
            </a:endParaRPr>
          </a:p>
        </p:txBody>
      </p:sp>
      <p:sp>
        <p:nvSpPr>
          <p:cNvPr id="39" name="Rectangle: Rounded Corners 38">
            <a:extLst>
              <a:ext uri="{FF2B5EF4-FFF2-40B4-BE49-F238E27FC236}">
                <a16:creationId xmlns:a16="http://schemas.microsoft.com/office/drawing/2014/main" id="{82D2D786-D710-B352-E4AE-1ACD39486185}"/>
              </a:ext>
            </a:extLst>
          </p:cNvPr>
          <p:cNvSpPr/>
          <p:nvPr/>
        </p:nvSpPr>
        <p:spPr>
          <a:xfrm>
            <a:off x="9452586" y="777612"/>
            <a:ext cx="12220968" cy="3180861"/>
          </a:xfrm>
          <a:prstGeom prst="roundRect">
            <a:avLst>
              <a:gd name="adj" fmla="val 1711"/>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889" tIns="46444" rIns="92889" bIns="46444" rtlCol="0" anchor="ctr"/>
          <a:lstStyle>
            <a:defPPr>
              <a:defRPr kern="1200" smtId="4294967295"/>
            </a:defPPr>
          </a:lstStyle>
          <a:p>
            <a:pPr marL="0" marR="0" algn="ctr">
              <a:spcAft>
                <a:spcPts val="600"/>
              </a:spcAft>
              <a:buNone/>
            </a:pPr>
            <a:endParaRPr lang="en-US" sz="5400">
              <a:solidFill>
                <a:schemeClr val="tx1"/>
              </a:solidFill>
              <a:effectLst/>
              <a:ea typeface="MS Mincho" panose="02020609040205080304" pitchFamily="49" charset="-128"/>
            </a:endParaRPr>
          </a:p>
        </p:txBody>
      </p:sp>
      <p:sp>
        <p:nvSpPr>
          <p:cNvPr id="17" name="TextBox 16">
            <a:extLst>
              <a:ext uri="{FF2B5EF4-FFF2-40B4-BE49-F238E27FC236}">
                <a16:creationId xmlns:a16="http://schemas.microsoft.com/office/drawing/2014/main" id="{16FC9014-9CEB-862E-A765-F87DB02C5FB3}"/>
              </a:ext>
            </a:extLst>
          </p:cNvPr>
          <p:cNvSpPr txBox="1"/>
          <p:nvPr/>
        </p:nvSpPr>
        <p:spPr>
          <a:xfrm>
            <a:off x="8097957" y="974044"/>
            <a:ext cx="1225617" cy="379743"/>
          </a:xfrm>
          <a:prstGeom prst="rect">
            <a:avLst/>
          </a:prstGeom>
          <a:noFill/>
        </p:spPr>
        <p:txBody>
          <a:bodyPr rot="0" spcFirstLastPara="0" vertOverflow="overflow" horzOverflow="overflow" vert="horz" wrap="square" lIns="92889" tIns="46444" rIns="92889" bIns="46444" numCol="1" spcCol="0" rtlCol="0" fromWordArt="0" anchor="t" anchorCtr="0" forceAA="0" compatLnSpc="1">
            <a:prstTxWarp prst="textNoShape">
              <a:avLst/>
            </a:prstTxWarp>
            <a:spAutoFit/>
          </a:bodyPr>
          <a:lstStyle/>
          <a:p>
            <a:pPr algn="l"/>
            <a:endParaRPr lang="en-US" sz="1828"/>
          </a:p>
        </p:txBody>
      </p:sp>
      <p:sp>
        <p:nvSpPr>
          <p:cNvPr id="18" name="TextBox 17">
            <a:extLst>
              <a:ext uri="{FF2B5EF4-FFF2-40B4-BE49-F238E27FC236}">
                <a16:creationId xmlns:a16="http://schemas.microsoft.com/office/drawing/2014/main" id="{206D8A52-001C-D389-2E62-4E6E7CE3A63A}"/>
              </a:ext>
            </a:extLst>
          </p:cNvPr>
          <p:cNvSpPr txBox="1"/>
          <p:nvPr/>
        </p:nvSpPr>
        <p:spPr>
          <a:xfrm>
            <a:off x="7968945" y="845030"/>
            <a:ext cx="806326" cy="379743"/>
          </a:xfrm>
          <a:prstGeom prst="rect">
            <a:avLst/>
          </a:prstGeom>
          <a:noFill/>
        </p:spPr>
        <p:txBody>
          <a:bodyPr rot="0" spcFirstLastPara="0" vertOverflow="overflow" horzOverflow="overflow" vert="horz" wrap="square" lIns="92889" tIns="46444" rIns="92889" bIns="46444" numCol="1" spcCol="0" rtlCol="0" fromWordArt="0" anchor="t" anchorCtr="0" forceAA="0" compatLnSpc="1">
            <a:prstTxWarp prst="textNoShape">
              <a:avLst/>
            </a:prstTxWarp>
            <a:spAutoFit/>
          </a:bodyPr>
          <a:lstStyle/>
          <a:p>
            <a:pPr algn="l"/>
            <a:endParaRPr lang="en-US" sz="1828"/>
          </a:p>
        </p:txBody>
      </p:sp>
      <p:sp>
        <p:nvSpPr>
          <p:cNvPr id="5" name="Rectangle 1">
            <a:extLst>
              <a:ext uri="{FF2B5EF4-FFF2-40B4-BE49-F238E27FC236}">
                <a16:creationId xmlns:a16="http://schemas.microsoft.com/office/drawing/2014/main" id="{D7A8D7F1-C56D-305D-36EF-CD1865907FED}"/>
              </a:ext>
            </a:extLst>
          </p:cNvPr>
          <p:cNvSpPr>
            <a:spLocks noChangeArrowheads="1"/>
          </p:cNvSpPr>
          <p:nvPr/>
        </p:nvSpPr>
        <p:spPr bwMode="auto">
          <a:xfrm>
            <a:off x="0" y="0"/>
            <a:ext cx="2880042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14" name="Picture 13">
            <a:extLst>
              <a:ext uri="{FF2B5EF4-FFF2-40B4-BE49-F238E27FC236}">
                <a16:creationId xmlns:a16="http://schemas.microsoft.com/office/drawing/2014/main" id="{9B914372-13C6-F20D-7274-EE32F36A58C4}"/>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72675" y="27009548"/>
            <a:ext cx="13062922" cy="6878181"/>
          </a:xfrm>
          <a:prstGeom prst="rect">
            <a:avLst/>
          </a:prstGeom>
          <a:noFill/>
          <a:ln>
            <a:noFill/>
          </a:ln>
        </p:spPr>
      </p:pic>
      <p:pic>
        <p:nvPicPr>
          <p:cNvPr id="22" name="Picture 21">
            <a:extLst>
              <a:ext uri="{FF2B5EF4-FFF2-40B4-BE49-F238E27FC236}">
                <a16:creationId xmlns:a16="http://schemas.microsoft.com/office/drawing/2014/main" id="{8556173D-76F5-9AB1-8A4A-A58AB7BCF6FD}"/>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735153" y="10728141"/>
            <a:ext cx="12752466" cy="9040668"/>
          </a:xfrm>
          <a:prstGeom prst="rect">
            <a:avLst/>
          </a:prstGeom>
          <a:noFill/>
          <a:ln>
            <a:noFill/>
          </a:ln>
        </p:spPr>
      </p:pic>
      <p:sp>
        <p:nvSpPr>
          <p:cNvPr id="26" name="TextBox 25">
            <a:extLst>
              <a:ext uri="{FF2B5EF4-FFF2-40B4-BE49-F238E27FC236}">
                <a16:creationId xmlns:a16="http://schemas.microsoft.com/office/drawing/2014/main" id="{6364232A-B366-416C-4CD5-90646FBDA648}"/>
              </a:ext>
            </a:extLst>
          </p:cNvPr>
          <p:cNvSpPr txBox="1"/>
          <p:nvPr/>
        </p:nvSpPr>
        <p:spPr>
          <a:xfrm>
            <a:off x="1385946" y="10698578"/>
            <a:ext cx="12649650" cy="5632311"/>
          </a:xfrm>
          <a:prstGeom prst="rect">
            <a:avLst/>
          </a:prstGeom>
          <a:noFill/>
        </p:spPr>
        <p:txBody>
          <a:bodyPr wrap="square">
            <a:spAutoFit/>
          </a:bodyPr>
          <a:lstStyle/>
          <a:p>
            <a:pPr algn="just"/>
            <a:r>
              <a:rPr lang="en-US" sz="4000" b="0" i="0" u="none" strike="noStrike" dirty="0">
                <a:effectLst/>
              </a:rPr>
              <a:t>The agriculture and heritage of Saudi Arabia are largely dependent on date palm farming. which, has not been as lucrative lately because of the inability of majority of small-scale palm owners to take proper care of the trees. In order to solve this, we have come with </a:t>
            </a:r>
            <a:r>
              <a:rPr lang="en-US" sz="4000" b="0" i="0" u="none" strike="noStrike" dirty="0" err="1">
                <a:effectLst/>
              </a:rPr>
              <a:t>Nekhlawi</a:t>
            </a:r>
            <a:r>
              <a:rPr lang="en-US" sz="4000" b="0" i="0" u="none" strike="noStrike" dirty="0">
                <a:effectLst/>
              </a:rPr>
              <a:t> app that serves to diagnose diseases, prescribe treatment, and connect with specialists with the help of the AI. A survey was done to palm owners as well as agricultural experts to ascertain that the app has been designed to meet the needs of the user.</a:t>
            </a:r>
            <a:endParaRPr lang="en-US" sz="4000" dirty="0"/>
          </a:p>
        </p:txBody>
      </p:sp>
      <p:sp>
        <p:nvSpPr>
          <p:cNvPr id="38" name="TextBox 37">
            <a:extLst>
              <a:ext uri="{FF2B5EF4-FFF2-40B4-BE49-F238E27FC236}">
                <a16:creationId xmlns:a16="http://schemas.microsoft.com/office/drawing/2014/main" id="{E544B881-F677-3B46-952F-D9EC117C42DB}"/>
              </a:ext>
            </a:extLst>
          </p:cNvPr>
          <p:cNvSpPr txBox="1"/>
          <p:nvPr/>
        </p:nvSpPr>
        <p:spPr>
          <a:xfrm>
            <a:off x="1152679" y="18379370"/>
            <a:ext cx="12752467" cy="6863417"/>
          </a:xfrm>
          <a:prstGeom prst="rect">
            <a:avLst/>
          </a:prstGeom>
          <a:noFill/>
        </p:spPr>
        <p:txBody>
          <a:bodyPr wrap="square">
            <a:spAutoFit/>
          </a:bodyPr>
          <a:lstStyle/>
          <a:p>
            <a:pPr algn="just" fontAlgn="base"/>
            <a:r>
              <a:rPr lang="en-US" sz="4000" dirty="0"/>
              <a:t>The owners of date palms are experiencing enormous challenges that put their farming sustainability under serious threat mainly because of several diseases that affect the production and the survival of palms resulting in an economic loss estimated to be 28 percent of the entire production. Moreover, the knowledge that is possessed by highly qualified farmers can easily be lost since there is no effective documentation. These unresolved problems show that there is an urgent demand to find innovative solutions to overcome the gap between the accessibility of technologies and the preservation of agriculture.</a:t>
            </a:r>
            <a:endParaRPr lang="en-US" sz="4000" b="0" i="0" dirty="0">
              <a:effectLst/>
            </a:endParaRPr>
          </a:p>
        </p:txBody>
      </p:sp>
      <p:graphicFrame>
        <p:nvGraphicFramePr>
          <p:cNvPr id="3" name="Chart 2">
            <a:extLst>
              <a:ext uri="{FF2B5EF4-FFF2-40B4-BE49-F238E27FC236}">
                <a16:creationId xmlns:a16="http://schemas.microsoft.com/office/drawing/2014/main" id="{A9375C0E-68AB-C7C2-6D2F-EF3047257198}"/>
              </a:ext>
            </a:extLst>
          </p:cNvPr>
          <p:cNvGraphicFramePr/>
          <p:nvPr/>
        </p:nvGraphicFramePr>
        <p:xfrm>
          <a:off x="8042022" y="38324296"/>
          <a:ext cx="6015111" cy="4756802"/>
        </p:xfrm>
        <a:graphic>
          <a:graphicData uri="http://schemas.openxmlformats.org/drawingml/2006/chart">
            <c:chart xmlns:c="http://schemas.openxmlformats.org/drawingml/2006/chart" xmlns:r="http://schemas.openxmlformats.org/officeDocument/2006/relationships" r:id="rId5"/>
          </a:graphicData>
        </a:graphic>
      </p:graphicFrame>
      <p:sp>
        <p:nvSpPr>
          <p:cNvPr id="6" name="TextBox 8">
            <a:extLst>
              <a:ext uri="{FF2B5EF4-FFF2-40B4-BE49-F238E27FC236}">
                <a16:creationId xmlns:a16="http://schemas.microsoft.com/office/drawing/2014/main" id="{0AC814D5-7118-1B07-5EF8-7C0E8B8C3CE5}"/>
              </a:ext>
            </a:extLst>
          </p:cNvPr>
          <p:cNvSpPr txBox="1"/>
          <p:nvPr/>
        </p:nvSpPr>
        <p:spPr>
          <a:xfrm>
            <a:off x="1264457" y="43445565"/>
            <a:ext cx="6090838" cy="120032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600">
                <a:latin typeface="+mj-lt"/>
              </a:rPr>
              <a:t>Users face challenges in palm tree disease diagnosis</a:t>
            </a:r>
          </a:p>
        </p:txBody>
      </p:sp>
      <p:sp>
        <p:nvSpPr>
          <p:cNvPr id="13" name="TextBox 10">
            <a:extLst>
              <a:ext uri="{FF2B5EF4-FFF2-40B4-BE49-F238E27FC236}">
                <a16:creationId xmlns:a16="http://schemas.microsoft.com/office/drawing/2014/main" id="{F8144750-59E3-8992-ABA6-3230FC04D773}"/>
              </a:ext>
            </a:extLst>
          </p:cNvPr>
          <p:cNvSpPr txBox="1"/>
          <p:nvPr/>
        </p:nvSpPr>
        <p:spPr>
          <a:xfrm>
            <a:off x="8206390" y="43445565"/>
            <a:ext cx="5885009" cy="1200329"/>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600">
                <a:latin typeface="+mj-lt"/>
                <a:ea typeface="+mn-lt"/>
                <a:cs typeface="+mn-lt"/>
              </a:rPr>
              <a:t>High interest in using a palm tree care mobile application</a:t>
            </a:r>
            <a:endParaRPr lang="en-US" sz="3600">
              <a:latin typeface="+mj-lt"/>
            </a:endParaRPr>
          </a:p>
        </p:txBody>
      </p:sp>
      <p:sp>
        <p:nvSpPr>
          <p:cNvPr id="20" name="TextBox 19">
            <a:extLst>
              <a:ext uri="{FF2B5EF4-FFF2-40B4-BE49-F238E27FC236}">
                <a16:creationId xmlns:a16="http://schemas.microsoft.com/office/drawing/2014/main" id="{F304ACF5-61F3-0076-193A-C742E3AD916F}"/>
              </a:ext>
            </a:extLst>
          </p:cNvPr>
          <p:cNvSpPr txBox="1"/>
          <p:nvPr/>
        </p:nvSpPr>
        <p:spPr>
          <a:xfrm>
            <a:off x="1264457" y="36020838"/>
            <a:ext cx="12873955" cy="1938992"/>
          </a:xfrm>
          <a:prstGeom prst="rect">
            <a:avLst/>
          </a:prstGeom>
          <a:noFill/>
        </p:spPr>
        <p:txBody>
          <a:bodyPr wrap="square">
            <a:spAutoFit/>
          </a:bodyPr>
          <a:lstStyle/>
          <a:p>
            <a:pPr algn="just"/>
            <a:r>
              <a:rPr lang="en-US" sz="4000" dirty="0"/>
              <a:t>To ensure the </a:t>
            </a:r>
            <a:r>
              <a:rPr lang="en-US" sz="4000" dirty="0" err="1"/>
              <a:t>Nekhlawi</a:t>
            </a:r>
            <a:r>
              <a:rPr lang="en-US" sz="4000" dirty="0"/>
              <a:t> App effectively addresses user needs, a comprehensive survey was conducted. The survey primarily focused on the following key questions: </a:t>
            </a:r>
          </a:p>
        </p:txBody>
      </p:sp>
      <p:graphicFrame>
        <p:nvGraphicFramePr>
          <p:cNvPr id="21" name="Chart 20">
            <a:extLst>
              <a:ext uri="{FF2B5EF4-FFF2-40B4-BE49-F238E27FC236}">
                <a16:creationId xmlns:a16="http://schemas.microsoft.com/office/drawing/2014/main" id="{4306C465-8850-FAD1-849D-4B4278099548}"/>
              </a:ext>
            </a:extLst>
          </p:cNvPr>
          <p:cNvGraphicFramePr/>
          <p:nvPr/>
        </p:nvGraphicFramePr>
        <p:xfrm>
          <a:off x="1068084" y="38324296"/>
          <a:ext cx="6090838" cy="4756802"/>
        </p:xfrm>
        <a:graphic>
          <a:graphicData uri="http://schemas.openxmlformats.org/drawingml/2006/chart">
            <c:chart xmlns:c="http://schemas.openxmlformats.org/drawingml/2006/chart" xmlns:r="http://schemas.openxmlformats.org/officeDocument/2006/relationships" r:id="rId6"/>
          </a:graphicData>
        </a:graphic>
      </p:graphicFrame>
      <p:sp>
        <p:nvSpPr>
          <p:cNvPr id="25" name="Chord 24">
            <a:extLst>
              <a:ext uri="{FF2B5EF4-FFF2-40B4-BE49-F238E27FC236}">
                <a16:creationId xmlns:a16="http://schemas.microsoft.com/office/drawing/2014/main" id="{9FC513DE-298A-1A3E-0ECD-EC84FB1C8279}"/>
              </a:ext>
            </a:extLst>
          </p:cNvPr>
          <p:cNvSpPr/>
          <p:nvPr/>
        </p:nvSpPr>
        <p:spPr>
          <a:xfrm>
            <a:off x="7158922" y="777612"/>
            <a:ext cx="4634547" cy="3180857"/>
          </a:xfrm>
          <a:prstGeom prst="chord">
            <a:avLst>
              <a:gd name="adj1" fmla="val 5425687"/>
              <a:gd name="adj2" fmla="val 16200000"/>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ar-SA"/>
          </a:p>
        </p:txBody>
      </p:sp>
      <p:pic>
        <p:nvPicPr>
          <p:cNvPr id="37" name="Picture 36">
            <a:extLst>
              <a:ext uri="{FF2B5EF4-FFF2-40B4-BE49-F238E27FC236}">
                <a16:creationId xmlns:a16="http://schemas.microsoft.com/office/drawing/2014/main" id="{5111E757-907B-7B97-C3B9-7B9FAF009C95}"/>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968945" y="847494"/>
            <a:ext cx="2106393" cy="2106393"/>
          </a:xfrm>
          <a:prstGeom prst="rect">
            <a:avLst/>
          </a:prstGeom>
        </p:spPr>
      </p:pic>
      <p:sp>
        <p:nvSpPr>
          <p:cNvPr id="41" name="TextBox 40">
            <a:extLst>
              <a:ext uri="{FF2B5EF4-FFF2-40B4-BE49-F238E27FC236}">
                <a16:creationId xmlns:a16="http://schemas.microsoft.com/office/drawing/2014/main" id="{73390103-6812-6026-1B89-C03EF065827D}"/>
              </a:ext>
            </a:extLst>
          </p:cNvPr>
          <p:cNvSpPr txBox="1"/>
          <p:nvPr/>
        </p:nvSpPr>
        <p:spPr>
          <a:xfrm>
            <a:off x="10375322" y="878707"/>
            <a:ext cx="11266181" cy="3139321"/>
          </a:xfrm>
          <a:prstGeom prst="rect">
            <a:avLst/>
          </a:prstGeom>
          <a:noFill/>
        </p:spPr>
        <p:txBody>
          <a:bodyPr wrap="square" rtlCol="1">
            <a:spAutoFit/>
          </a:bodyPr>
          <a:lstStyle/>
          <a:p>
            <a:r>
              <a:rPr lang="en-US" sz="6000">
                <a:solidFill>
                  <a:schemeClr val="bg1"/>
                </a:solidFill>
                <a:ea typeface="MS Mincho" panose="02020609040205080304" pitchFamily="49" charset="-128"/>
              </a:rPr>
              <a:t>NAKLAWI: An </a:t>
            </a:r>
            <a:r>
              <a:rPr lang="en-US" sz="6000" err="1">
                <a:solidFill>
                  <a:schemeClr val="bg1"/>
                </a:solidFill>
                <a:ea typeface="MS Mincho" panose="02020609040205080304" pitchFamily="49" charset="-128"/>
              </a:rPr>
              <a:t>Inteligent</a:t>
            </a:r>
            <a:r>
              <a:rPr lang="en-US" sz="6000">
                <a:solidFill>
                  <a:schemeClr val="bg1"/>
                </a:solidFill>
                <a:ea typeface="MS Mincho" panose="02020609040205080304" pitchFamily="49" charset="-128"/>
              </a:rPr>
              <a:t> Diagnosing and </a:t>
            </a:r>
            <a:r>
              <a:rPr lang="en-US" sz="6000" err="1">
                <a:solidFill>
                  <a:schemeClr val="bg1"/>
                </a:solidFill>
                <a:ea typeface="MS Mincho" panose="02020609040205080304" pitchFamily="49" charset="-128"/>
              </a:rPr>
              <a:t>Knowlede</a:t>
            </a:r>
            <a:r>
              <a:rPr lang="en-US" sz="6000">
                <a:solidFill>
                  <a:schemeClr val="bg1"/>
                </a:solidFill>
                <a:ea typeface="MS Mincho" panose="02020609040205080304" pitchFamily="49" charset="-128"/>
              </a:rPr>
              <a:t> Mobile Platform for Palm Care</a:t>
            </a:r>
          </a:p>
          <a:p>
            <a:endParaRPr lang="ar-SA"/>
          </a:p>
        </p:txBody>
      </p:sp>
      <p:pic>
        <p:nvPicPr>
          <p:cNvPr id="43" name="Picture 42">
            <a:extLst>
              <a:ext uri="{FF2B5EF4-FFF2-40B4-BE49-F238E27FC236}">
                <a16:creationId xmlns:a16="http://schemas.microsoft.com/office/drawing/2014/main" id="{ACF2A6AF-B83D-D923-0422-3E2EB4E21D7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850153" y="2275135"/>
            <a:ext cx="2525169" cy="2525169"/>
          </a:xfrm>
          <a:prstGeom prst="rect">
            <a:avLst/>
          </a:prstGeom>
        </p:spPr>
      </p:pic>
      <p:sp>
        <p:nvSpPr>
          <p:cNvPr id="4" name="TextBox 3">
            <a:extLst>
              <a:ext uri="{FF2B5EF4-FFF2-40B4-BE49-F238E27FC236}">
                <a16:creationId xmlns:a16="http://schemas.microsoft.com/office/drawing/2014/main" id="{427D5DD8-214F-EF4A-E83D-B02E2B1F63B1}"/>
              </a:ext>
            </a:extLst>
          </p:cNvPr>
          <p:cNvSpPr txBox="1"/>
          <p:nvPr/>
        </p:nvSpPr>
        <p:spPr>
          <a:xfrm>
            <a:off x="14913941" y="21519891"/>
            <a:ext cx="12814096" cy="1938992"/>
          </a:xfrm>
          <a:prstGeom prst="rect">
            <a:avLst/>
          </a:prstGeom>
          <a:noFill/>
        </p:spPr>
        <p:txBody>
          <a:bodyPr wrap="square">
            <a:spAutoFit/>
          </a:bodyPr>
          <a:lstStyle/>
          <a:p>
            <a:pPr algn="just"/>
            <a:r>
              <a:rPr lang="en-US" sz="4000" dirty="0" err="1"/>
              <a:t>Nekhlawi</a:t>
            </a:r>
            <a:r>
              <a:rPr lang="en-US" sz="4000" dirty="0"/>
              <a:t> is a one-stop AI-based mobile platform that fills the gap between the traditional farming and modern technology by: using AI-Driven Diagnosis, Expert Connectivity.</a:t>
            </a:r>
          </a:p>
        </p:txBody>
      </p:sp>
      <p:pic>
        <p:nvPicPr>
          <p:cNvPr id="1026" name="Picture 2">
            <a:extLst>
              <a:ext uri="{FF2B5EF4-FFF2-40B4-BE49-F238E27FC236}">
                <a16:creationId xmlns:a16="http://schemas.microsoft.com/office/drawing/2014/main" id="{C5EC5779-C3E2-57BD-B74E-38247690E09D}"/>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4894117" y="46848103"/>
            <a:ext cx="1253568" cy="1253568"/>
          </a:xfrm>
          <a:prstGeom prst="rect">
            <a:avLst/>
          </a:prstGeom>
          <a:noFill/>
          <a:extLst>
            <a:ext uri="{909E8E84-426E-40DD-AFC4-6F175D3DCCD1}">
              <a14:hiddenFill xmlns:a14="http://schemas.microsoft.com/office/drawing/2010/main">
                <a:solidFill>
                  <a:srgbClr val="FFFFFF"/>
                </a:solidFill>
              </a14:hiddenFill>
            </a:ext>
          </a:extLst>
        </p:spPr>
      </p:pic>
      <p:pic>
        <p:nvPicPr>
          <p:cNvPr id="45" name="Picture 44">
            <a:extLst>
              <a:ext uri="{FF2B5EF4-FFF2-40B4-BE49-F238E27FC236}">
                <a16:creationId xmlns:a16="http://schemas.microsoft.com/office/drawing/2014/main" id="{898AFAD3-E535-A8D7-D009-9DC29E1DCE16}"/>
              </a:ext>
            </a:extLst>
          </p:cNvPr>
          <p:cNvPicPr>
            <a:picLocks noChangeAspect="1"/>
          </p:cNvPicPr>
          <p:nvPr/>
        </p:nvPicPr>
        <p:blipFill>
          <a:blip r:embed="rId10"/>
          <a:stretch>
            <a:fillRect/>
          </a:stretch>
        </p:blipFill>
        <p:spPr>
          <a:xfrm>
            <a:off x="14779679" y="48673257"/>
            <a:ext cx="1439935" cy="1439935"/>
          </a:xfrm>
          <a:prstGeom prst="rect">
            <a:avLst/>
          </a:prstGeom>
        </p:spPr>
      </p:pic>
      <p:pic>
        <p:nvPicPr>
          <p:cNvPr id="1028" name="Picture 4" descr="Github Logo - Free social media icons">
            <a:extLst>
              <a:ext uri="{FF2B5EF4-FFF2-40B4-BE49-F238E27FC236}">
                <a16:creationId xmlns:a16="http://schemas.microsoft.com/office/drawing/2014/main" id="{B0031331-0267-F928-9D91-EAEC4949B9F8}"/>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6471248" y="46862552"/>
            <a:ext cx="1253568" cy="1253568"/>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935DA9BE-3745-D3C6-B130-D27585925561}"/>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7539562" y="46597183"/>
            <a:ext cx="2718629" cy="1675781"/>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Flutter Logo | SVG | Real Company | Alphabet, Letter F Logo">
            <a:extLst>
              <a:ext uri="{FF2B5EF4-FFF2-40B4-BE49-F238E27FC236}">
                <a16:creationId xmlns:a16="http://schemas.microsoft.com/office/drawing/2014/main" id="{B79BADCD-2CEF-7DB5-558D-54A493FA8AE2}"/>
              </a:ext>
            </a:extLst>
          </p:cNvPr>
          <p:cNvPicPr>
            <a:picLocks noChangeAspect="1" noChangeArrowheads="1"/>
          </p:cNvPicPr>
          <p:nvPr/>
        </p:nvPicPr>
        <p:blipFill rotWithShape="1">
          <a:blip r:embed="rId13" cstate="print">
            <a:extLst>
              <a:ext uri="{28A0092B-C50C-407E-A947-70E740481C1C}">
                <a14:useLocalDpi xmlns:a14="http://schemas.microsoft.com/office/drawing/2010/main" val="0"/>
              </a:ext>
            </a:extLst>
          </a:blip>
          <a:srcRect l="24783" t="21881" r="27633" b="22671"/>
          <a:stretch>
            <a:fillRect/>
          </a:stretch>
        </p:blipFill>
        <p:spPr bwMode="auto">
          <a:xfrm>
            <a:off x="16471248" y="48626875"/>
            <a:ext cx="1253568" cy="1460756"/>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50">
            <a:extLst>
              <a:ext uri="{FF2B5EF4-FFF2-40B4-BE49-F238E27FC236}">
                <a16:creationId xmlns:a16="http://schemas.microsoft.com/office/drawing/2014/main" id="{4A028486-130D-26A9-A374-C5D73EAC12FE}"/>
              </a:ext>
            </a:extLst>
          </p:cNvPr>
          <p:cNvPicPr>
            <a:picLocks noChangeAspect="1"/>
          </p:cNvPicPr>
          <p:nvPr/>
        </p:nvPicPr>
        <p:blipFill>
          <a:blip r:embed="rId14" cstate="print">
            <a:extLst>
              <a:ext uri="{28A0092B-C50C-407E-A947-70E740481C1C}">
                <a14:useLocalDpi xmlns:a14="http://schemas.microsoft.com/office/drawing/2010/main" val="0"/>
              </a:ext>
            </a:extLst>
          </a:blip>
          <a:srcRect r="8607"/>
          <a:stretch>
            <a:fillRect/>
          </a:stretch>
        </p:blipFill>
        <p:spPr>
          <a:xfrm>
            <a:off x="17733947" y="48272964"/>
            <a:ext cx="2006501" cy="2195461"/>
          </a:xfrm>
          <a:prstGeom prst="rect">
            <a:avLst/>
          </a:prstGeom>
        </p:spPr>
      </p:pic>
      <p:grpSp>
        <p:nvGrpSpPr>
          <p:cNvPr id="2" name="Group 1">
            <a:extLst>
              <a:ext uri="{FF2B5EF4-FFF2-40B4-BE49-F238E27FC236}">
                <a16:creationId xmlns:a16="http://schemas.microsoft.com/office/drawing/2014/main" id="{F52483D6-EB68-B0D1-204C-FBCED96D05A5}"/>
              </a:ext>
            </a:extLst>
          </p:cNvPr>
          <p:cNvGrpSpPr/>
          <p:nvPr/>
        </p:nvGrpSpPr>
        <p:grpSpPr>
          <a:xfrm>
            <a:off x="14731941" y="19757178"/>
            <a:ext cx="13102557" cy="1371600"/>
            <a:chOff x="14799503" y="26346022"/>
            <a:chExt cx="13102557" cy="1649857"/>
          </a:xfrm>
        </p:grpSpPr>
        <p:sp>
          <p:nvSpPr>
            <p:cNvPr id="29" name="Rectangle: Rounded Corners 28">
              <a:extLst>
                <a:ext uri="{FF2B5EF4-FFF2-40B4-BE49-F238E27FC236}">
                  <a16:creationId xmlns:a16="http://schemas.microsoft.com/office/drawing/2014/main" id="{36931FAC-AF82-1A60-96ED-27EC2FF870A5}"/>
                </a:ext>
              </a:extLst>
            </p:cNvPr>
            <p:cNvSpPr/>
            <p:nvPr/>
          </p:nvSpPr>
          <p:spPr>
            <a:xfrm>
              <a:off x="15372964" y="26346022"/>
              <a:ext cx="12529096" cy="1649857"/>
            </a:xfrm>
            <a:prstGeom prst="round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r>
                <a:rPr lang="en-US" sz="6600" dirty="0"/>
                <a:t>        Proposed Solution</a:t>
              </a:r>
            </a:p>
          </p:txBody>
        </p:sp>
        <p:sp>
          <p:nvSpPr>
            <p:cNvPr id="30" name="Oval 29">
              <a:extLst>
                <a:ext uri="{FF2B5EF4-FFF2-40B4-BE49-F238E27FC236}">
                  <a16:creationId xmlns:a16="http://schemas.microsoft.com/office/drawing/2014/main" id="{8A877BC7-B1AA-1930-66F7-51B758826AA1}"/>
                </a:ext>
              </a:extLst>
            </p:cNvPr>
            <p:cNvSpPr/>
            <p:nvPr/>
          </p:nvSpPr>
          <p:spPr>
            <a:xfrm>
              <a:off x="14799503" y="26346023"/>
              <a:ext cx="1371600" cy="1649856"/>
            </a:xfrm>
            <a:prstGeom prst="ellipse">
              <a:avLst/>
            </a:prstGeom>
            <a:solidFill>
              <a:srgbClr val="7F8B3A"/>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5400" b="1" dirty="0"/>
                <a:t>6</a:t>
              </a:r>
              <a:endParaRPr lang="ar-SA" sz="5400" b="1" dirty="0"/>
            </a:p>
          </p:txBody>
        </p:sp>
      </p:grpSp>
      <p:grpSp>
        <p:nvGrpSpPr>
          <p:cNvPr id="8" name="Group 7">
            <a:extLst>
              <a:ext uri="{FF2B5EF4-FFF2-40B4-BE49-F238E27FC236}">
                <a16:creationId xmlns:a16="http://schemas.microsoft.com/office/drawing/2014/main" id="{61F8A778-1E71-EF70-B41B-3D3D264BF463}"/>
              </a:ext>
            </a:extLst>
          </p:cNvPr>
          <p:cNvGrpSpPr/>
          <p:nvPr/>
        </p:nvGrpSpPr>
        <p:grpSpPr>
          <a:xfrm>
            <a:off x="14731941" y="23943212"/>
            <a:ext cx="13102557" cy="1371601"/>
            <a:chOff x="14799503" y="26346022"/>
            <a:chExt cx="13102557" cy="1649858"/>
          </a:xfrm>
        </p:grpSpPr>
        <p:sp>
          <p:nvSpPr>
            <p:cNvPr id="15" name="Rectangle: Rounded Corners 14">
              <a:extLst>
                <a:ext uri="{FF2B5EF4-FFF2-40B4-BE49-F238E27FC236}">
                  <a16:creationId xmlns:a16="http://schemas.microsoft.com/office/drawing/2014/main" id="{6FCF3461-79AE-8FC6-18F5-00F907AE7744}"/>
                </a:ext>
              </a:extLst>
            </p:cNvPr>
            <p:cNvSpPr/>
            <p:nvPr/>
          </p:nvSpPr>
          <p:spPr>
            <a:xfrm>
              <a:off x="15357181" y="26346022"/>
              <a:ext cx="12544879" cy="1649857"/>
            </a:xfrm>
            <a:prstGeom prst="round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r>
                <a:rPr lang="en-US" sz="6600" dirty="0"/>
                <a:t>        Results</a:t>
              </a:r>
              <a:endParaRPr lang="ar-SA" sz="6600" dirty="0"/>
            </a:p>
          </p:txBody>
        </p:sp>
        <p:sp>
          <p:nvSpPr>
            <p:cNvPr id="19" name="Oval 18">
              <a:extLst>
                <a:ext uri="{FF2B5EF4-FFF2-40B4-BE49-F238E27FC236}">
                  <a16:creationId xmlns:a16="http://schemas.microsoft.com/office/drawing/2014/main" id="{864BCEDB-C4ED-F231-A244-47AC4DD1DA1F}"/>
                </a:ext>
              </a:extLst>
            </p:cNvPr>
            <p:cNvSpPr/>
            <p:nvPr/>
          </p:nvSpPr>
          <p:spPr>
            <a:xfrm>
              <a:off x="14799503" y="26346023"/>
              <a:ext cx="1371600" cy="1649857"/>
            </a:xfrm>
            <a:prstGeom prst="ellipse">
              <a:avLst/>
            </a:prstGeom>
            <a:solidFill>
              <a:srgbClr val="7F8B3A"/>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5400" b="1" dirty="0"/>
                <a:t>7</a:t>
              </a:r>
              <a:endParaRPr lang="ar-SA" sz="5400" b="1" dirty="0"/>
            </a:p>
          </p:txBody>
        </p:sp>
      </p:grpSp>
      <p:grpSp>
        <p:nvGrpSpPr>
          <p:cNvPr id="24" name="Group 23">
            <a:extLst>
              <a:ext uri="{FF2B5EF4-FFF2-40B4-BE49-F238E27FC236}">
                <a16:creationId xmlns:a16="http://schemas.microsoft.com/office/drawing/2014/main" id="{747EF1C7-AB02-223F-96D2-A632F22CD9AD}"/>
              </a:ext>
            </a:extLst>
          </p:cNvPr>
          <p:cNvGrpSpPr/>
          <p:nvPr/>
        </p:nvGrpSpPr>
        <p:grpSpPr>
          <a:xfrm>
            <a:off x="14625480" y="8893428"/>
            <a:ext cx="13102557" cy="1371600"/>
            <a:chOff x="14799503" y="26346022"/>
            <a:chExt cx="13102557" cy="1649857"/>
          </a:xfrm>
        </p:grpSpPr>
        <p:sp>
          <p:nvSpPr>
            <p:cNvPr id="31" name="Rectangle: Rounded Corners 30">
              <a:extLst>
                <a:ext uri="{FF2B5EF4-FFF2-40B4-BE49-F238E27FC236}">
                  <a16:creationId xmlns:a16="http://schemas.microsoft.com/office/drawing/2014/main" id="{36EB2ED3-B74B-FF7F-CA00-E075DDA9EAE1}"/>
                </a:ext>
              </a:extLst>
            </p:cNvPr>
            <p:cNvSpPr/>
            <p:nvPr/>
          </p:nvSpPr>
          <p:spPr>
            <a:xfrm>
              <a:off x="15372964" y="26346022"/>
              <a:ext cx="12529096" cy="1649857"/>
            </a:xfrm>
            <a:prstGeom prst="round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r>
                <a:rPr lang="en-US" sz="6600" dirty="0"/>
                <a:t>        System Overview</a:t>
              </a:r>
            </a:p>
          </p:txBody>
        </p:sp>
        <p:sp>
          <p:nvSpPr>
            <p:cNvPr id="32" name="Oval 31">
              <a:extLst>
                <a:ext uri="{FF2B5EF4-FFF2-40B4-BE49-F238E27FC236}">
                  <a16:creationId xmlns:a16="http://schemas.microsoft.com/office/drawing/2014/main" id="{F9983500-61EC-30BC-D1A3-E1CC87B1DA22}"/>
                </a:ext>
              </a:extLst>
            </p:cNvPr>
            <p:cNvSpPr/>
            <p:nvPr/>
          </p:nvSpPr>
          <p:spPr>
            <a:xfrm>
              <a:off x="14799503" y="26346023"/>
              <a:ext cx="1371600" cy="1649856"/>
            </a:xfrm>
            <a:prstGeom prst="ellipse">
              <a:avLst/>
            </a:prstGeom>
            <a:solidFill>
              <a:srgbClr val="7F8B3A"/>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5400" b="1" dirty="0"/>
                <a:t>5</a:t>
              </a:r>
              <a:endParaRPr lang="ar-SA" sz="5400" b="1" dirty="0"/>
            </a:p>
          </p:txBody>
        </p:sp>
      </p:grpSp>
      <p:grpSp>
        <p:nvGrpSpPr>
          <p:cNvPr id="33" name="Group 32">
            <a:extLst>
              <a:ext uri="{FF2B5EF4-FFF2-40B4-BE49-F238E27FC236}">
                <a16:creationId xmlns:a16="http://schemas.microsoft.com/office/drawing/2014/main" id="{6CEB0A5B-1DE6-89A5-CB83-AA399A9F911E}"/>
              </a:ext>
            </a:extLst>
          </p:cNvPr>
          <p:cNvGrpSpPr/>
          <p:nvPr/>
        </p:nvGrpSpPr>
        <p:grpSpPr>
          <a:xfrm>
            <a:off x="1152680" y="8893430"/>
            <a:ext cx="12985733" cy="1371601"/>
            <a:chOff x="14916327" y="26346021"/>
            <a:chExt cx="12985733" cy="1455758"/>
          </a:xfrm>
        </p:grpSpPr>
        <p:sp>
          <p:nvSpPr>
            <p:cNvPr id="34" name="Rectangle: Rounded Corners 33">
              <a:extLst>
                <a:ext uri="{FF2B5EF4-FFF2-40B4-BE49-F238E27FC236}">
                  <a16:creationId xmlns:a16="http://schemas.microsoft.com/office/drawing/2014/main" id="{ED15954D-9D9C-346B-56D9-7018E63278E5}"/>
                </a:ext>
              </a:extLst>
            </p:cNvPr>
            <p:cNvSpPr/>
            <p:nvPr/>
          </p:nvSpPr>
          <p:spPr>
            <a:xfrm>
              <a:off x="15403394" y="26346022"/>
              <a:ext cx="12498666" cy="1455757"/>
            </a:xfrm>
            <a:prstGeom prst="round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r>
                <a:rPr lang="en-US" sz="6600" dirty="0"/>
                <a:t>        Introduction</a:t>
              </a:r>
            </a:p>
          </p:txBody>
        </p:sp>
        <p:sp>
          <p:nvSpPr>
            <p:cNvPr id="35" name="Oval 34">
              <a:extLst>
                <a:ext uri="{FF2B5EF4-FFF2-40B4-BE49-F238E27FC236}">
                  <a16:creationId xmlns:a16="http://schemas.microsoft.com/office/drawing/2014/main" id="{213662F4-4853-9695-7603-0BF0BF404A68}"/>
                </a:ext>
              </a:extLst>
            </p:cNvPr>
            <p:cNvSpPr/>
            <p:nvPr/>
          </p:nvSpPr>
          <p:spPr>
            <a:xfrm>
              <a:off x="14916327" y="26346021"/>
              <a:ext cx="1371600" cy="1455757"/>
            </a:xfrm>
            <a:prstGeom prst="ellipse">
              <a:avLst/>
            </a:prstGeom>
            <a:solidFill>
              <a:srgbClr val="7F8B3A"/>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5400" b="1" dirty="0"/>
                <a:t>1</a:t>
              </a:r>
              <a:endParaRPr lang="ar-SA" sz="5400" b="1" dirty="0"/>
            </a:p>
          </p:txBody>
        </p:sp>
      </p:grpSp>
      <p:grpSp>
        <p:nvGrpSpPr>
          <p:cNvPr id="42" name="Group 41">
            <a:extLst>
              <a:ext uri="{FF2B5EF4-FFF2-40B4-BE49-F238E27FC236}">
                <a16:creationId xmlns:a16="http://schemas.microsoft.com/office/drawing/2014/main" id="{73C2FDF4-C65C-4FCB-F9CF-037417DF1D60}"/>
              </a:ext>
            </a:extLst>
          </p:cNvPr>
          <p:cNvGrpSpPr/>
          <p:nvPr/>
        </p:nvGrpSpPr>
        <p:grpSpPr>
          <a:xfrm>
            <a:off x="954576" y="16586016"/>
            <a:ext cx="13102557" cy="1371600"/>
            <a:chOff x="14799503" y="26346022"/>
            <a:chExt cx="13102557" cy="1649857"/>
          </a:xfrm>
        </p:grpSpPr>
        <p:sp>
          <p:nvSpPr>
            <p:cNvPr id="44" name="Rectangle: Rounded Corners 43">
              <a:extLst>
                <a:ext uri="{FF2B5EF4-FFF2-40B4-BE49-F238E27FC236}">
                  <a16:creationId xmlns:a16="http://schemas.microsoft.com/office/drawing/2014/main" id="{41EA5E5F-DF87-17AF-6E9E-F72A59F469F2}"/>
                </a:ext>
              </a:extLst>
            </p:cNvPr>
            <p:cNvSpPr/>
            <p:nvPr/>
          </p:nvSpPr>
          <p:spPr>
            <a:xfrm>
              <a:off x="15347783" y="26346022"/>
              <a:ext cx="12554277" cy="1649857"/>
            </a:xfrm>
            <a:prstGeom prst="round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r>
                <a:rPr lang="en-US" sz="6600" dirty="0"/>
                <a:t>        Problem Statement</a:t>
              </a:r>
            </a:p>
          </p:txBody>
        </p:sp>
        <p:sp>
          <p:nvSpPr>
            <p:cNvPr id="46" name="Oval 45">
              <a:extLst>
                <a:ext uri="{FF2B5EF4-FFF2-40B4-BE49-F238E27FC236}">
                  <a16:creationId xmlns:a16="http://schemas.microsoft.com/office/drawing/2014/main" id="{9257CABD-19D2-29A0-61FA-5A60D5CBD30D}"/>
                </a:ext>
              </a:extLst>
            </p:cNvPr>
            <p:cNvSpPr/>
            <p:nvPr/>
          </p:nvSpPr>
          <p:spPr>
            <a:xfrm>
              <a:off x="14799503" y="26346023"/>
              <a:ext cx="1371600" cy="1649856"/>
            </a:xfrm>
            <a:prstGeom prst="ellipse">
              <a:avLst/>
            </a:prstGeom>
            <a:solidFill>
              <a:srgbClr val="7F8B3A"/>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5400" b="1" dirty="0"/>
                <a:t>2</a:t>
              </a:r>
              <a:endParaRPr lang="ar-SA" sz="5400" b="1" dirty="0"/>
            </a:p>
          </p:txBody>
        </p:sp>
      </p:grpSp>
      <p:grpSp>
        <p:nvGrpSpPr>
          <p:cNvPr id="48" name="Group 47">
            <a:extLst>
              <a:ext uri="{FF2B5EF4-FFF2-40B4-BE49-F238E27FC236}">
                <a16:creationId xmlns:a16="http://schemas.microsoft.com/office/drawing/2014/main" id="{EF0F7798-B1FE-8906-0A00-D6328E4044FE}"/>
              </a:ext>
            </a:extLst>
          </p:cNvPr>
          <p:cNvGrpSpPr/>
          <p:nvPr/>
        </p:nvGrpSpPr>
        <p:grpSpPr>
          <a:xfrm>
            <a:off x="933040" y="25324108"/>
            <a:ext cx="13102557" cy="1371600"/>
            <a:chOff x="14799503" y="26346022"/>
            <a:chExt cx="13102557" cy="1649857"/>
          </a:xfrm>
        </p:grpSpPr>
        <p:sp>
          <p:nvSpPr>
            <p:cNvPr id="49" name="Rectangle: Rounded Corners 48">
              <a:extLst>
                <a:ext uri="{FF2B5EF4-FFF2-40B4-BE49-F238E27FC236}">
                  <a16:creationId xmlns:a16="http://schemas.microsoft.com/office/drawing/2014/main" id="{A58EF77E-2B94-8BB4-4881-53E50C3DEBAE}"/>
                </a:ext>
              </a:extLst>
            </p:cNvPr>
            <p:cNvSpPr/>
            <p:nvPr/>
          </p:nvSpPr>
          <p:spPr>
            <a:xfrm>
              <a:off x="15369319" y="26346022"/>
              <a:ext cx="12532741" cy="1649857"/>
            </a:xfrm>
            <a:prstGeom prst="round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r>
                <a:rPr lang="en-US" sz="6600" dirty="0"/>
                <a:t>       Gap Analysis</a:t>
              </a:r>
            </a:p>
          </p:txBody>
        </p:sp>
        <p:sp>
          <p:nvSpPr>
            <p:cNvPr id="50" name="Oval 49">
              <a:extLst>
                <a:ext uri="{FF2B5EF4-FFF2-40B4-BE49-F238E27FC236}">
                  <a16:creationId xmlns:a16="http://schemas.microsoft.com/office/drawing/2014/main" id="{22916613-97A6-4BDC-3BF6-E7A1D3571F53}"/>
                </a:ext>
              </a:extLst>
            </p:cNvPr>
            <p:cNvSpPr/>
            <p:nvPr/>
          </p:nvSpPr>
          <p:spPr>
            <a:xfrm>
              <a:off x="14799503" y="26346023"/>
              <a:ext cx="1371600" cy="1649856"/>
            </a:xfrm>
            <a:prstGeom prst="ellipse">
              <a:avLst/>
            </a:prstGeom>
            <a:solidFill>
              <a:srgbClr val="7F8B3A"/>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5400" b="1" dirty="0"/>
                <a:t>3</a:t>
              </a:r>
              <a:endParaRPr lang="ar-SA" sz="6000" b="1" dirty="0"/>
            </a:p>
          </p:txBody>
        </p:sp>
      </p:grpSp>
      <p:grpSp>
        <p:nvGrpSpPr>
          <p:cNvPr id="52" name="Group 51">
            <a:extLst>
              <a:ext uri="{FF2B5EF4-FFF2-40B4-BE49-F238E27FC236}">
                <a16:creationId xmlns:a16="http://schemas.microsoft.com/office/drawing/2014/main" id="{026D0C2C-75ED-FC28-21C5-2EE8AB2DBB9D}"/>
              </a:ext>
            </a:extLst>
          </p:cNvPr>
          <p:cNvGrpSpPr/>
          <p:nvPr/>
        </p:nvGrpSpPr>
        <p:grpSpPr>
          <a:xfrm>
            <a:off x="14560107" y="44986390"/>
            <a:ext cx="7081396" cy="1371600"/>
            <a:chOff x="14799503" y="26346022"/>
            <a:chExt cx="7081396" cy="1649857"/>
          </a:xfrm>
        </p:grpSpPr>
        <p:sp>
          <p:nvSpPr>
            <p:cNvPr id="53" name="Rectangle: Rounded Corners 52">
              <a:extLst>
                <a:ext uri="{FF2B5EF4-FFF2-40B4-BE49-F238E27FC236}">
                  <a16:creationId xmlns:a16="http://schemas.microsoft.com/office/drawing/2014/main" id="{357B4885-59F1-97CE-FA19-77BA30FE6871}"/>
                </a:ext>
              </a:extLst>
            </p:cNvPr>
            <p:cNvSpPr/>
            <p:nvPr/>
          </p:nvSpPr>
          <p:spPr>
            <a:xfrm>
              <a:off x="15309184" y="26346022"/>
              <a:ext cx="6571715" cy="1649857"/>
            </a:xfrm>
            <a:prstGeom prst="round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r>
                <a:rPr lang="en-US" sz="6600" dirty="0"/>
                <a:t>        Tools</a:t>
              </a:r>
              <a:endParaRPr lang="ar-SA" sz="6600" dirty="0"/>
            </a:p>
          </p:txBody>
        </p:sp>
        <p:sp>
          <p:nvSpPr>
            <p:cNvPr id="54" name="Oval 53">
              <a:extLst>
                <a:ext uri="{FF2B5EF4-FFF2-40B4-BE49-F238E27FC236}">
                  <a16:creationId xmlns:a16="http://schemas.microsoft.com/office/drawing/2014/main" id="{C6B4856D-1E56-B7A5-A081-8AA3346D1085}"/>
                </a:ext>
              </a:extLst>
            </p:cNvPr>
            <p:cNvSpPr/>
            <p:nvPr/>
          </p:nvSpPr>
          <p:spPr>
            <a:xfrm>
              <a:off x="14799503" y="26346023"/>
              <a:ext cx="1371600" cy="1649856"/>
            </a:xfrm>
            <a:prstGeom prst="ellipse">
              <a:avLst/>
            </a:prstGeom>
            <a:solidFill>
              <a:srgbClr val="7F8B3A"/>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5400" b="1" dirty="0"/>
                <a:t>9</a:t>
              </a:r>
              <a:endParaRPr lang="ar-SA" sz="5400" b="1" dirty="0"/>
            </a:p>
          </p:txBody>
        </p:sp>
      </p:grpSp>
      <p:grpSp>
        <p:nvGrpSpPr>
          <p:cNvPr id="55" name="Group 54">
            <a:extLst>
              <a:ext uri="{FF2B5EF4-FFF2-40B4-BE49-F238E27FC236}">
                <a16:creationId xmlns:a16="http://schemas.microsoft.com/office/drawing/2014/main" id="{ED35BABD-E198-AE2E-F2A6-8A1D2879D033}"/>
              </a:ext>
            </a:extLst>
          </p:cNvPr>
          <p:cNvGrpSpPr/>
          <p:nvPr/>
        </p:nvGrpSpPr>
        <p:grpSpPr>
          <a:xfrm>
            <a:off x="1068084" y="34200732"/>
            <a:ext cx="13102557" cy="1371600"/>
            <a:chOff x="14799503" y="26346022"/>
            <a:chExt cx="13102557" cy="1649857"/>
          </a:xfrm>
        </p:grpSpPr>
        <p:sp>
          <p:nvSpPr>
            <p:cNvPr id="56" name="Rectangle: Rounded Corners 55">
              <a:extLst>
                <a:ext uri="{FF2B5EF4-FFF2-40B4-BE49-F238E27FC236}">
                  <a16:creationId xmlns:a16="http://schemas.microsoft.com/office/drawing/2014/main" id="{CDCE48B0-6DF9-869C-3708-4F810781BC14}"/>
                </a:ext>
              </a:extLst>
            </p:cNvPr>
            <p:cNvSpPr/>
            <p:nvPr/>
          </p:nvSpPr>
          <p:spPr>
            <a:xfrm>
              <a:off x="15371166" y="26346022"/>
              <a:ext cx="12530894" cy="1649857"/>
            </a:xfrm>
            <a:prstGeom prst="round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r>
                <a:rPr lang="en-US" sz="6600" dirty="0"/>
                <a:t>       Survey Results</a:t>
              </a:r>
            </a:p>
          </p:txBody>
        </p:sp>
        <p:sp>
          <p:nvSpPr>
            <p:cNvPr id="57" name="Oval 56">
              <a:extLst>
                <a:ext uri="{FF2B5EF4-FFF2-40B4-BE49-F238E27FC236}">
                  <a16:creationId xmlns:a16="http://schemas.microsoft.com/office/drawing/2014/main" id="{371F05A7-2F50-286C-890B-342D27D4EBE9}"/>
                </a:ext>
              </a:extLst>
            </p:cNvPr>
            <p:cNvSpPr/>
            <p:nvPr/>
          </p:nvSpPr>
          <p:spPr>
            <a:xfrm>
              <a:off x="14799503" y="26346023"/>
              <a:ext cx="1371600" cy="1649856"/>
            </a:xfrm>
            <a:prstGeom prst="ellipse">
              <a:avLst/>
            </a:prstGeom>
            <a:solidFill>
              <a:srgbClr val="7F8B3A"/>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5400" b="1" dirty="0"/>
                <a:t>4</a:t>
              </a:r>
              <a:endParaRPr lang="ar-SA" sz="6000" b="1" dirty="0"/>
            </a:p>
          </p:txBody>
        </p:sp>
      </p:grpSp>
      <p:grpSp>
        <p:nvGrpSpPr>
          <p:cNvPr id="58" name="Group 57">
            <a:extLst>
              <a:ext uri="{FF2B5EF4-FFF2-40B4-BE49-F238E27FC236}">
                <a16:creationId xmlns:a16="http://schemas.microsoft.com/office/drawing/2014/main" id="{21CB0ED4-F09F-8AA3-A96B-62C477AB0E3B}"/>
              </a:ext>
            </a:extLst>
          </p:cNvPr>
          <p:cNvGrpSpPr/>
          <p:nvPr/>
        </p:nvGrpSpPr>
        <p:grpSpPr>
          <a:xfrm>
            <a:off x="965926" y="45010361"/>
            <a:ext cx="13102557" cy="1371600"/>
            <a:chOff x="14799503" y="26346022"/>
            <a:chExt cx="13102557" cy="1649857"/>
          </a:xfrm>
        </p:grpSpPr>
        <p:sp>
          <p:nvSpPr>
            <p:cNvPr id="59" name="Rectangle: Rounded Corners 58">
              <a:extLst>
                <a:ext uri="{FF2B5EF4-FFF2-40B4-BE49-F238E27FC236}">
                  <a16:creationId xmlns:a16="http://schemas.microsoft.com/office/drawing/2014/main" id="{1EC88729-8562-1A94-551A-BE5CC1FCEF7A}"/>
                </a:ext>
              </a:extLst>
            </p:cNvPr>
            <p:cNvSpPr/>
            <p:nvPr/>
          </p:nvSpPr>
          <p:spPr>
            <a:xfrm>
              <a:off x="15336433" y="26346022"/>
              <a:ext cx="12565627" cy="1649857"/>
            </a:xfrm>
            <a:prstGeom prst="roundRect">
              <a:avLst/>
            </a:prstGeom>
            <a:solidFill>
              <a:schemeClr val="accent6">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r>
                <a:rPr lang="en-US" sz="6600" dirty="0"/>
                <a:t>       Conclusion </a:t>
              </a:r>
            </a:p>
          </p:txBody>
        </p:sp>
        <p:sp>
          <p:nvSpPr>
            <p:cNvPr id="60" name="Oval 59">
              <a:extLst>
                <a:ext uri="{FF2B5EF4-FFF2-40B4-BE49-F238E27FC236}">
                  <a16:creationId xmlns:a16="http://schemas.microsoft.com/office/drawing/2014/main" id="{ECA5D967-3B99-469B-D5AD-F46160F99E08}"/>
                </a:ext>
              </a:extLst>
            </p:cNvPr>
            <p:cNvSpPr/>
            <p:nvPr/>
          </p:nvSpPr>
          <p:spPr>
            <a:xfrm>
              <a:off x="14799503" y="26346023"/>
              <a:ext cx="1371600" cy="1649856"/>
            </a:xfrm>
            <a:prstGeom prst="ellipse">
              <a:avLst/>
            </a:prstGeom>
            <a:solidFill>
              <a:srgbClr val="7F8B3A"/>
            </a:solidFill>
            <a:ln>
              <a:noFill/>
            </a:ln>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sz="5400" b="1" dirty="0"/>
                <a:t>8</a:t>
              </a:r>
              <a:endParaRPr lang="ar-SA" sz="5400" b="1" dirty="0"/>
            </a:p>
          </p:txBody>
        </p:sp>
      </p:grpSp>
      <p:pic>
        <p:nvPicPr>
          <p:cNvPr id="62" name="Picture 61">
            <a:extLst>
              <a:ext uri="{FF2B5EF4-FFF2-40B4-BE49-F238E27FC236}">
                <a16:creationId xmlns:a16="http://schemas.microsoft.com/office/drawing/2014/main" id="{12CA4E15-C0CF-52FF-13F4-F8B8047057E6}"/>
              </a:ext>
            </a:extLst>
          </p:cNvPr>
          <p:cNvPicPr>
            <a:picLocks noChangeAspect="1"/>
          </p:cNvPicPr>
          <p:nvPr/>
        </p:nvPicPr>
        <p:blipFill>
          <a:blip r:embed="rId15" cstate="print">
            <a:extLst>
              <a:ext uri="{28A0092B-C50C-407E-A947-70E740481C1C}">
                <a14:useLocalDpi xmlns:a14="http://schemas.microsoft.com/office/drawing/2010/main" val="0"/>
              </a:ext>
            </a:extLst>
          </a:blip>
          <a:srcRect l="3565" t="5408" r="1814" b="3038"/>
          <a:stretch>
            <a:fillRect/>
          </a:stretch>
        </p:blipFill>
        <p:spPr>
          <a:xfrm>
            <a:off x="21836658" y="44986389"/>
            <a:ext cx="5885009" cy="5694231"/>
          </a:xfrm>
          <a:prstGeom prst="rect">
            <a:avLst/>
          </a:prstGeom>
        </p:spPr>
      </p:pic>
      <p:sp>
        <p:nvSpPr>
          <p:cNvPr id="7" name="TextBox 6">
            <a:extLst>
              <a:ext uri="{FF2B5EF4-FFF2-40B4-BE49-F238E27FC236}">
                <a16:creationId xmlns:a16="http://schemas.microsoft.com/office/drawing/2014/main" id="{7852FB34-6517-D096-F3E3-26CEB8CE0360}"/>
              </a:ext>
            </a:extLst>
          </p:cNvPr>
          <p:cNvSpPr txBox="1"/>
          <p:nvPr/>
        </p:nvSpPr>
        <p:spPr>
          <a:xfrm>
            <a:off x="14913941" y="25776331"/>
            <a:ext cx="12704422" cy="3785652"/>
          </a:xfrm>
          <a:prstGeom prst="rect">
            <a:avLst/>
          </a:prstGeom>
          <a:noFill/>
        </p:spPr>
        <p:txBody>
          <a:bodyPr wrap="square" lIns="91440" tIns="45720" rIns="91440" bIns="45720" anchor="t">
            <a:spAutoFit/>
          </a:bodyPr>
          <a:lstStyle/>
          <a:p>
            <a:pPr marL="571500" indent="-571500" algn="just">
              <a:buFont typeface="Arial" panose="020B0604020202020204" pitchFamily="34" charset="0"/>
              <a:buChar char="•"/>
            </a:pPr>
            <a:r>
              <a:rPr lang="en-US" sz="4000" dirty="0"/>
              <a:t>Developed </a:t>
            </a:r>
            <a:r>
              <a:rPr lang="en-US" sz="4000" dirty="0" err="1"/>
              <a:t>Nekhlawi</a:t>
            </a:r>
            <a:r>
              <a:rPr lang="en-US" sz="4000" dirty="0"/>
              <a:t>, an AI-based application that detects palm diseases through image analysis and deep learning</a:t>
            </a:r>
          </a:p>
          <a:p>
            <a:pPr marL="571500" indent="-571500" algn="just">
              <a:buFont typeface="Arial" panose="020B0604020202020204" pitchFamily="34" charset="0"/>
              <a:buChar char="•"/>
            </a:pPr>
            <a:r>
              <a:rPr lang="en-US" sz="4000" dirty="0"/>
              <a:t>Creating a hub for accessing knowledge and having a connection with experts </a:t>
            </a:r>
          </a:p>
          <a:p>
            <a:pPr marL="571500" indent="-571500" algn="just">
              <a:buFont typeface="Arial" panose="020B0604020202020204" pitchFamily="34" charset="0"/>
              <a:buChar char="•"/>
            </a:pPr>
            <a:r>
              <a:rPr lang="en-US" sz="4000" dirty="0"/>
              <a:t>Provide a solution that supports digital transformation in agriculture and enhances sustainability  </a:t>
            </a:r>
          </a:p>
        </p:txBody>
      </p:sp>
      <p:grpSp>
        <p:nvGrpSpPr>
          <p:cNvPr id="9" name="Group 8">
            <a:extLst>
              <a:ext uri="{FF2B5EF4-FFF2-40B4-BE49-F238E27FC236}">
                <a16:creationId xmlns:a16="http://schemas.microsoft.com/office/drawing/2014/main" id="{DC201D88-BCE3-0A16-114D-0E1B9A952967}"/>
              </a:ext>
            </a:extLst>
          </p:cNvPr>
          <p:cNvGrpSpPr/>
          <p:nvPr/>
        </p:nvGrpSpPr>
        <p:grpSpPr>
          <a:xfrm>
            <a:off x="15069788" y="30155215"/>
            <a:ext cx="12651879" cy="4126407"/>
            <a:chOff x="14913941" y="29440073"/>
            <a:chExt cx="12651879" cy="4126407"/>
          </a:xfrm>
        </p:grpSpPr>
        <p:pic>
          <p:nvPicPr>
            <p:cNvPr id="1033" name="Picture 1032">
              <a:extLst>
                <a:ext uri="{FF2B5EF4-FFF2-40B4-BE49-F238E27FC236}">
                  <a16:creationId xmlns:a16="http://schemas.microsoft.com/office/drawing/2014/main" id="{71C68254-3006-1F8D-21EB-56013F26C710}"/>
                </a:ext>
              </a:extLst>
            </p:cNvPr>
            <p:cNvPicPr>
              <a:picLocks noChangeAspect="1"/>
            </p:cNvPicPr>
            <p:nvPr/>
          </p:nvPicPr>
          <p:blipFill rotWithShape="1">
            <a:blip r:embed="rId16">
              <a:extLst>
                <a:ext uri="{28A0092B-C50C-407E-A947-70E740481C1C}">
                  <a14:useLocalDpi xmlns:a14="http://schemas.microsoft.com/office/drawing/2010/main" val="0"/>
                </a:ext>
              </a:extLst>
            </a:blip>
            <a:srcRect l="39849" t="11478" r="37839" b="11536"/>
            <a:stretch>
              <a:fillRect/>
            </a:stretch>
          </p:blipFill>
          <p:spPr>
            <a:xfrm>
              <a:off x="17055389" y="29440073"/>
              <a:ext cx="2120042" cy="4114800"/>
            </a:xfrm>
            <a:prstGeom prst="rect">
              <a:avLst/>
            </a:prstGeom>
          </p:spPr>
        </p:pic>
        <p:pic>
          <p:nvPicPr>
            <p:cNvPr id="1036" name="Picture 1035">
              <a:extLst>
                <a:ext uri="{FF2B5EF4-FFF2-40B4-BE49-F238E27FC236}">
                  <a16:creationId xmlns:a16="http://schemas.microsoft.com/office/drawing/2014/main" id="{5E9EACC6-BDF7-25A0-4E05-075E52D75778}"/>
                </a:ext>
              </a:extLst>
            </p:cNvPr>
            <p:cNvPicPr>
              <a:picLocks noChangeAspect="1"/>
            </p:cNvPicPr>
            <p:nvPr/>
          </p:nvPicPr>
          <p:blipFill rotWithShape="1">
            <a:blip r:embed="rId17">
              <a:extLst>
                <a:ext uri="{28A0092B-C50C-407E-A947-70E740481C1C}">
                  <a14:useLocalDpi xmlns:a14="http://schemas.microsoft.com/office/drawing/2010/main" val="0"/>
                </a:ext>
              </a:extLst>
            </a:blip>
            <a:srcRect l="39544" t="10025" r="38331" b="12870"/>
            <a:stretch>
              <a:fillRect/>
            </a:stretch>
          </p:blipFill>
          <p:spPr>
            <a:xfrm>
              <a:off x="25466842" y="29440073"/>
              <a:ext cx="2098978" cy="4114800"/>
            </a:xfrm>
            <a:prstGeom prst="rect">
              <a:avLst/>
            </a:prstGeom>
          </p:spPr>
        </p:pic>
        <p:pic>
          <p:nvPicPr>
            <p:cNvPr id="1038" name="Picture 1037">
              <a:extLst>
                <a:ext uri="{FF2B5EF4-FFF2-40B4-BE49-F238E27FC236}">
                  <a16:creationId xmlns:a16="http://schemas.microsoft.com/office/drawing/2014/main" id="{7B8356AE-034E-6F5E-F5BD-4FA66565DCF2}"/>
                </a:ext>
              </a:extLst>
            </p:cNvPr>
            <p:cNvPicPr>
              <a:picLocks noChangeAspect="1"/>
            </p:cNvPicPr>
            <p:nvPr/>
          </p:nvPicPr>
          <p:blipFill rotWithShape="1">
            <a:blip r:embed="rId18">
              <a:extLst>
                <a:ext uri="{28A0092B-C50C-407E-A947-70E740481C1C}">
                  <a14:useLocalDpi xmlns:a14="http://schemas.microsoft.com/office/drawing/2010/main" val="0"/>
                </a:ext>
              </a:extLst>
            </a:blip>
            <a:srcRect l="39287" t="9844" r="38078" b="13075"/>
            <a:stretch>
              <a:fillRect/>
            </a:stretch>
          </p:blipFill>
          <p:spPr>
            <a:xfrm>
              <a:off x="21250878" y="29451680"/>
              <a:ext cx="2102225" cy="4114800"/>
            </a:xfrm>
            <a:prstGeom prst="rect">
              <a:avLst/>
            </a:prstGeom>
          </p:spPr>
        </p:pic>
        <p:pic>
          <p:nvPicPr>
            <p:cNvPr id="1042" name="Picture 1041">
              <a:extLst>
                <a:ext uri="{FF2B5EF4-FFF2-40B4-BE49-F238E27FC236}">
                  <a16:creationId xmlns:a16="http://schemas.microsoft.com/office/drawing/2014/main" id="{453BB122-4A7A-CC57-3475-C42518FE1150}"/>
                </a:ext>
              </a:extLst>
            </p:cNvPr>
            <p:cNvPicPr>
              <a:picLocks noChangeAspect="1"/>
            </p:cNvPicPr>
            <p:nvPr/>
          </p:nvPicPr>
          <p:blipFill rotWithShape="1">
            <a:blip r:embed="rId19">
              <a:extLst>
                <a:ext uri="{28A0092B-C50C-407E-A947-70E740481C1C}">
                  <a14:useLocalDpi xmlns:a14="http://schemas.microsoft.com/office/drawing/2010/main" val="0"/>
                </a:ext>
              </a:extLst>
            </a:blip>
            <a:srcRect l="39485" t="9994" r="37952" b="12933"/>
            <a:stretch>
              <a:fillRect/>
            </a:stretch>
          </p:blipFill>
          <p:spPr>
            <a:xfrm>
              <a:off x="14913941" y="29440430"/>
              <a:ext cx="2141448" cy="4114800"/>
            </a:xfrm>
            <a:prstGeom prst="rect">
              <a:avLst/>
            </a:prstGeom>
          </p:spPr>
        </p:pic>
        <p:pic>
          <p:nvPicPr>
            <p:cNvPr id="1046" name="Picture 1045">
              <a:extLst>
                <a:ext uri="{FF2B5EF4-FFF2-40B4-BE49-F238E27FC236}">
                  <a16:creationId xmlns:a16="http://schemas.microsoft.com/office/drawing/2014/main" id="{C4543325-A153-FC5A-148B-6D24C0F9D840}"/>
                </a:ext>
              </a:extLst>
            </p:cNvPr>
            <p:cNvPicPr>
              <a:picLocks noChangeAspect="1"/>
            </p:cNvPicPr>
            <p:nvPr/>
          </p:nvPicPr>
          <p:blipFill rotWithShape="1">
            <a:blip r:embed="rId20">
              <a:extLst>
                <a:ext uri="{28A0092B-C50C-407E-A947-70E740481C1C}">
                  <a14:useLocalDpi xmlns:a14="http://schemas.microsoft.com/office/drawing/2010/main" val="0"/>
                </a:ext>
              </a:extLst>
            </a:blip>
            <a:srcRect l="39435" t="9979" r="38346" b="12920"/>
            <a:stretch>
              <a:fillRect/>
            </a:stretch>
          </p:blipFill>
          <p:spPr>
            <a:xfrm>
              <a:off x="23346800" y="29451680"/>
              <a:ext cx="2107956" cy="4114800"/>
            </a:xfrm>
            <a:prstGeom prst="rect">
              <a:avLst/>
            </a:prstGeom>
          </p:spPr>
        </p:pic>
        <p:pic>
          <p:nvPicPr>
            <p:cNvPr id="1048" name="Picture 1047">
              <a:extLst>
                <a:ext uri="{FF2B5EF4-FFF2-40B4-BE49-F238E27FC236}">
                  <a16:creationId xmlns:a16="http://schemas.microsoft.com/office/drawing/2014/main" id="{BA3B2F86-95CD-BAE3-92C2-83E86936CA54}"/>
                </a:ext>
              </a:extLst>
            </p:cNvPr>
            <p:cNvPicPr>
              <a:picLocks noChangeAspect="1"/>
            </p:cNvPicPr>
            <p:nvPr/>
          </p:nvPicPr>
          <p:blipFill rotWithShape="1">
            <a:blip r:embed="rId21">
              <a:extLst>
                <a:ext uri="{28A0092B-C50C-407E-A947-70E740481C1C}">
                  <a14:useLocalDpi xmlns:a14="http://schemas.microsoft.com/office/drawing/2010/main" val="0"/>
                </a:ext>
              </a:extLst>
            </a:blip>
            <a:srcRect l="38777" t="12802" r="38833" b="10078"/>
            <a:stretch>
              <a:fillRect/>
            </a:stretch>
          </p:blipFill>
          <p:spPr>
            <a:xfrm>
              <a:off x="19147488" y="29440073"/>
              <a:ext cx="2123865" cy="4114800"/>
            </a:xfrm>
            <a:prstGeom prst="rect">
              <a:avLst/>
            </a:prstGeom>
          </p:spPr>
        </p:pic>
      </p:grpSp>
      <p:sp>
        <p:nvSpPr>
          <p:cNvPr id="11" name="TextBox 10">
            <a:extLst>
              <a:ext uri="{FF2B5EF4-FFF2-40B4-BE49-F238E27FC236}">
                <a16:creationId xmlns:a16="http://schemas.microsoft.com/office/drawing/2014/main" id="{C35F815C-D786-1796-9BBE-7ADEEBE40A24}"/>
              </a:ext>
            </a:extLst>
          </p:cNvPr>
          <p:cNvSpPr txBox="1"/>
          <p:nvPr/>
        </p:nvSpPr>
        <p:spPr>
          <a:xfrm>
            <a:off x="1152679" y="46842319"/>
            <a:ext cx="12848243" cy="3785652"/>
          </a:xfrm>
          <a:prstGeom prst="rect">
            <a:avLst/>
          </a:prstGeom>
          <a:noFill/>
        </p:spPr>
        <p:txBody>
          <a:bodyPr wrap="square">
            <a:spAutoFit/>
          </a:bodyPr>
          <a:lstStyle/>
          <a:p>
            <a:pPr algn="just">
              <a:buNone/>
            </a:pPr>
            <a:r>
              <a:rPr lang="en-US" sz="4000" dirty="0" err="1"/>
              <a:t>Nekhlawi</a:t>
            </a:r>
            <a:r>
              <a:rPr lang="en-US" sz="4000" dirty="0"/>
              <a:t> proposes a solution to reduce the time for detecting palm diseases, improving the future of agricultural technology and minimizing losses of efforts and money through image processing.  With the integration of the knowledge hub and experts’ connection, empowering users' decision-making.</a:t>
            </a:r>
          </a:p>
        </p:txBody>
      </p:sp>
      <p:sp>
        <p:nvSpPr>
          <p:cNvPr id="16" name="TextBox 15">
            <a:extLst>
              <a:ext uri="{FF2B5EF4-FFF2-40B4-BE49-F238E27FC236}">
                <a16:creationId xmlns:a16="http://schemas.microsoft.com/office/drawing/2014/main" id="{F5A93831-FD7C-EE04-05F5-37B541EEB660}"/>
              </a:ext>
            </a:extLst>
          </p:cNvPr>
          <p:cNvSpPr txBox="1"/>
          <p:nvPr/>
        </p:nvSpPr>
        <p:spPr>
          <a:xfrm>
            <a:off x="14833681" y="37159043"/>
            <a:ext cx="12795828" cy="1323439"/>
          </a:xfrm>
          <a:prstGeom prst="rect">
            <a:avLst/>
          </a:prstGeom>
          <a:noFill/>
        </p:spPr>
        <p:txBody>
          <a:bodyPr wrap="square" rtlCol="0">
            <a:spAutoFit/>
          </a:bodyPr>
          <a:lstStyle/>
          <a:p>
            <a:pPr marL="285750" indent="-285750" algn="just">
              <a:buFont typeface="Arial" panose="020B0604020202020204" pitchFamily="34" charset="0"/>
              <a:buChar char="•"/>
            </a:pPr>
            <a:r>
              <a:rPr lang="en-US" sz="4000" dirty="0"/>
              <a:t>Implemented GRAD CAM to provide the end-user model transparency and explainable AI</a:t>
            </a:r>
          </a:p>
        </p:txBody>
      </p:sp>
      <p:sp>
        <p:nvSpPr>
          <p:cNvPr id="61" name="TextBox 60">
            <a:extLst>
              <a:ext uri="{FF2B5EF4-FFF2-40B4-BE49-F238E27FC236}">
                <a16:creationId xmlns:a16="http://schemas.microsoft.com/office/drawing/2014/main" id="{191BE388-8B4D-E43A-B2A8-336DAEF75772}"/>
              </a:ext>
            </a:extLst>
          </p:cNvPr>
          <p:cNvSpPr txBox="1"/>
          <p:nvPr/>
        </p:nvSpPr>
        <p:spPr>
          <a:xfrm>
            <a:off x="14833682" y="35103683"/>
            <a:ext cx="12894356" cy="1938992"/>
          </a:xfrm>
          <a:prstGeom prst="rect">
            <a:avLst/>
          </a:prstGeom>
          <a:noFill/>
        </p:spPr>
        <p:txBody>
          <a:bodyPr wrap="square" rtlCol="0">
            <a:spAutoFit/>
          </a:bodyPr>
          <a:lstStyle/>
          <a:p>
            <a:pPr marL="285750" indent="-285750" algn="just">
              <a:buFont typeface="Arial" panose="020B0604020202020204" pitchFamily="34" charset="0"/>
              <a:buChar char="•"/>
            </a:pPr>
            <a:r>
              <a:rPr lang="en-US" sz="4000" dirty="0"/>
              <a:t>Trained the EfficientNetB0 AI model on computer vision and classification to diagnose date palm tree diseases which reached the optimal accuracy of 99.8%</a:t>
            </a:r>
          </a:p>
        </p:txBody>
      </p:sp>
      <p:pic>
        <p:nvPicPr>
          <p:cNvPr id="1058" name="Picture 1057">
            <a:extLst>
              <a:ext uri="{FF2B5EF4-FFF2-40B4-BE49-F238E27FC236}">
                <a16:creationId xmlns:a16="http://schemas.microsoft.com/office/drawing/2014/main" id="{6EDF1E7E-55EF-0433-6804-04D89F7A26D4}"/>
              </a:ext>
            </a:extLst>
          </p:cNvPr>
          <p:cNvPicPr>
            <a:picLocks noChangeAspect="1"/>
          </p:cNvPicPr>
          <p:nvPr/>
        </p:nvPicPr>
        <p:blipFill>
          <a:blip r:embed="rId22">
            <a:extLst>
              <a:ext uri="{28A0092B-C50C-407E-A947-70E740481C1C}">
                <a14:useLocalDpi xmlns:a14="http://schemas.microsoft.com/office/drawing/2010/main" val="0"/>
              </a:ext>
            </a:extLst>
          </a:blip>
          <a:srcRect t="1659" b="1659"/>
          <a:stretch/>
        </p:blipFill>
        <p:spPr>
          <a:xfrm>
            <a:off x="21562058" y="38671558"/>
            <a:ext cx="6334165" cy="5660136"/>
          </a:xfrm>
          <a:prstGeom prst="rect">
            <a:avLst/>
          </a:prstGeom>
        </p:spPr>
      </p:pic>
      <p:grpSp>
        <p:nvGrpSpPr>
          <p:cNvPr id="40" name="Group 39">
            <a:extLst>
              <a:ext uri="{FF2B5EF4-FFF2-40B4-BE49-F238E27FC236}">
                <a16:creationId xmlns:a16="http://schemas.microsoft.com/office/drawing/2014/main" id="{D87CA727-8087-984F-1B7B-08F0160A6B43}"/>
              </a:ext>
            </a:extLst>
          </p:cNvPr>
          <p:cNvGrpSpPr/>
          <p:nvPr/>
        </p:nvGrpSpPr>
        <p:grpSpPr>
          <a:xfrm>
            <a:off x="15069788" y="39625300"/>
            <a:ext cx="5996679" cy="4032700"/>
            <a:chOff x="15069788" y="37868672"/>
            <a:chExt cx="5996679" cy="4032700"/>
          </a:xfrm>
        </p:grpSpPr>
        <p:pic>
          <p:nvPicPr>
            <p:cNvPr id="36" name="Picture 35">
              <a:extLst>
                <a:ext uri="{FF2B5EF4-FFF2-40B4-BE49-F238E27FC236}">
                  <a16:creationId xmlns:a16="http://schemas.microsoft.com/office/drawing/2014/main" id="{A0CC5E39-3CB4-9C5B-B304-626110D56F15}"/>
                </a:ext>
              </a:extLst>
            </p:cNvPr>
            <p:cNvPicPr>
              <a:picLocks noChangeAspect="1"/>
            </p:cNvPicPr>
            <p:nvPr/>
          </p:nvPicPr>
          <p:blipFill>
            <a:blip r:embed="rId23">
              <a:extLst>
                <a:ext uri="{28A0092B-C50C-407E-A947-70E740481C1C}">
                  <a14:useLocalDpi xmlns:a14="http://schemas.microsoft.com/office/drawing/2010/main" val="0"/>
                </a:ext>
              </a:extLst>
            </a:blip>
            <a:stretch>
              <a:fillRect/>
            </a:stretch>
          </p:blipFill>
          <p:spPr>
            <a:xfrm>
              <a:off x="15069788" y="37868672"/>
              <a:ext cx="5996678" cy="1938989"/>
            </a:xfrm>
            <a:prstGeom prst="rect">
              <a:avLst/>
            </a:prstGeom>
          </p:spPr>
        </p:pic>
        <p:pic>
          <p:nvPicPr>
            <p:cNvPr id="28" name="Picture 27">
              <a:extLst>
                <a:ext uri="{FF2B5EF4-FFF2-40B4-BE49-F238E27FC236}">
                  <a16:creationId xmlns:a16="http://schemas.microsoft.com/office/drawing/2014/main" id="{2C4042E5-FFE6-7E10-8DE3-04AFB9360B26}"/>
                </a:ext>
              </a:extLst>
            </p:cNvPr>
            <p:cNvPicPr>
              <a:picLocks noChangeAspect="1"/>
            </p:cNvPicPr>
            <p:nvPr/>
          </p:nvPicPr>
          <p:blipFill>
            <a:blip r:embed="rId24" cstate="print">
              <a:extLst>
                <a:ext uri="{28A0092B-C50C-407E-A947-70E740481C1C}">
                  <a14:useLocalDpi xmlns:a14="http://schemas.microsoft.com/office/drawing/2010/main" val="0"/>
                </a:ext>
              </a:extLst>
            </a:blip>
            <a:srcRect l="606"/>
            <a:stretch>
              <a:fillRect/>
            </a:stretch>
          </p:blipFill>
          <p:spPr>
            <a:xfrm>
              <a:off x="15069789" y="39892485"/>
              <a:ext cx="5996678" cy="2008887"/>
            </a:xfrm>
            <a:prstGeom prst="rect">
              <a:avLst/>
            </a:prstGeom>
          </p:spPr>
        </p:pic>
      </p:grpSp>
      <p:pic>
        <p:nvPicPr>
          <p:cNvPr id="10" name="Picture 2" descr="Tensorflow logo - free Icon PNG, SVG">
            <a:extLst>
              <a:ext uri="{FF2B5EF4-FFF2-40B4-BE49-F238E27FC236}">
                <a16:creationId xmlns:a16="http://schemas.microsoft.com/office/drawing/2014/main" id="{305CEF99-DA18-C697-605F-F5ABAE68E157}"/>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19982006" y="48626875"/>
            <a:ext cx="1371599" cy="1371599"/>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descr="Flutter custom icons generator">
            <a:extLst>
              <a:ext uri="{FF2B5EF4-FFF2-40B4-BE49-F238E27FC236}">
                <a16:creationId xmlns:a16="http://schemas.microsoft.com/office/drawing/2014/main" id="{840F76A2-3A29-A539-9728-D3DD5AE23618}"/>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9937261" y="46655029"/>
            <a:ext cx="1461091" cy="1461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7821937"/>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activity xmlns="239f2b62-c5f7-40ec-8fa5-9f9940475e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514251AD3260E448D7CEF408F03DEC2" ma:contentTypeVersion="18" ma:contentTypeDescription="Create a new document." ma:contentTypeScope="" ma:versionID="cb3c9935dea688399b67837818c74027">
  <xsd:schema xmlns:xsd="http://www.w3.org/2001/XMLSchema" xmlns:xs="http://www.w3.org/2001/XMLSchema" xmlns:p="http://schemas.microsoft.com/office/2006/metadata/properties" xmlns:ns3="239f2b62-c5f7-40ec-8fa5-9f9940475e84" xmlns:ns4="b0fcd4b5-30db-4331-b63f-f018bef28909" targetNamespace="http://schemas.microsoft.com/office/2006/metadata/properties" ma:root="true" ma:fieldsID="28830f2712e3bec053ce26b98594ff99" ns3:_="" ns4:_="">
    <xsd:import namespace="239f2b62-c5f7-40ec-8fa5-9f9940475e84"/>
    <xsd:import namespace="b0fcd4b5-30db-4331-b63f-f018bef28909"/>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DateTaken" minOccurs="0"/>
                <xsd:element ref="ns3:MediaLengthInSeconds" minOccurs="0"/>
                <xsd:element ref="ns3:MediaServiceAutoKeyPoints" minOccurs="0"/>
                <xsd:element ref="ns3:MediaServiceKeyPoints" minOccurs="0"/>
                <xsd:element ref="ns3:MediaServiceAutoTags" minOccurs="0"/>
                <xsd:element ref="ns3:MediaServiceGenerationTime" minOccurs="0"/>
                <xsd:element ref="ns3:MediaServiceEventHashCode" minOccurs="0"/>
                <xsd:element ref="ns3:MediaServiceOCR" minOccurs="0"/>
                <xsd:element ref="ns3:_activity" minOccurs="0"/>
                <xsd:element ref="ns3:MediaServiceObjectDetectorVersions" minOccurs="0"/>
                <xsd:element ref="ns3:MediaServiceLocation" minOccurs="0"/>
                <xsd:element ref="ns3:MediaServiceSystemTags"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39f2b62-c5f7-40ec-8fa5-9f9940475e8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3" nillable="true" ma:displayName="MediaServiceDateTaken" ma:hidden="true" ma:internalName="MediaServiceDateTaken"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AutoTags" ma:index="17" nillable="true" ma:displayName="Tags" ma:internalName="MediaServiceAutoTags"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MediaServiceLocation" ma:index="23" nillable="true" ma:displayName="Location" ma:description="" ma:indexed="true" ma:internalName="MediaServiceLocation"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b0fcd4b5-30db-4331-b63f-f018bef2890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0662831-4790-42E8-A170-0CB6ED2940CA}">
  <ds:schemaRefs>
    <ds:schemaRef ds:uri="http://purl.org/dc/dcmitype/"/>
    <ds:schemaRef ds:uri="http://schemas.openxmlformats.org/package/2006/metadata/core-properties"/>
    <ds:schemaRef ds:uri="http://purl.org/dc/elements/1.1/"/>
    <ds:schemaRef ds:uri="http://schemas.microsoft.com/office/2006/documentManagement/types"/>
    <ds:schemaRef ds:uri="http://schemas.microsoft.com/office/2006/metadata/properties"/>
    <ds:schemaRef ds:uri="http://schemas.microsoft.com/office/infopath/2007/PartnerControls"/>
    <ds:schemaRef ds:uri="b0fcd4b5-30db-4331-b63f-f018bef28909"/>
    <ds:schemaRef ds:uri="239f2b62-c5f7-40ec-8fa5-9f9940475e84"/>
    <ds:schemaRef ds:uri="http://www.w3.org/XML/1998/namespace"/>
    <ds:schemaRef ds:uri="http://purl.org/dc/terms/"/>
  </ds:schemaRefs>
</ds:datastoreItem>
</file>

<file path=customXml/itemProps2.xml><?xml version="1.0" encoding="utf-8"?>
<ds:datastoreItem xmlns:ds="http://schemas.openxmlformats.org/officeDocument/2006/customXml" ds:itemID="{9BB734DC-A781-473E-9F40-228C5F3FE062}">
  <ds:schemaRefs>
    <ds:schemaRef ds:uri="http://schemas.microsoft.com/sharepoint/v3/contenttype/forms"/>
  </ds:schemaRefs>
</ds:datastoreItem>
</file>

<file path=customXml/itemProps3.xml><?xml version="1.0" encoding="utf-8"?>
<ds:datastoreItem xmlns:ds="http://schemas.openxmlformats.org/officeDocument/2006/customXml" ds:itemID="{B8E8417D-DD28-408A-9F71-8E1480F8021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39f2b62-c5f7-40ec-8fa5-9f9940475e84"/>
    <ds:schemaRef ds:uri="b0fcd4b5-30db-4331-b63f-f018bef2890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2013 - 2022 Theme</Template>
  <TotalTime>939</TotalTime>
  <Words>500</Words>
  <Application>Microsoft Office PowerPoint</Application>
  <PresentationFormat>Custom</PresentationFormat>
  <Paragraphs>45</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MS Mincho</vt:lpstr>
      <vt:lpstr>Arial</vt:lpstr>
      <vt:lpstr>Calibri</vt:lpstr>
      <vt:lpstr>Calibri Light</vt:lpstr>
      <vt:lpstr>Goudy Old Style</vt:lpstr>
      <vt:lpstr>Times New Roman</vt:lpstr>
      <vt:lpstr>Office 2013 - 2022 Theme</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Mona Altassan</dc:creator>
  <cp:lastModifiedBy>zainab albadi</cp:lastModifiedBy>
  <cp:revision>2</cp:revision>
  <dcterms:created xsi:type="dcterms:W3CDTF">2018-04-22T16:39:36Z</dcterms:created>
  <dcterms:modified xsi:type="dcterms:W3CDTF">2026-04-18T15:46:29Z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196578f-6ae1-40cd-93dd-1a3b7a6ede66_Enabled">
    <vt:lpwstr>true</vt:lpwstr>
  </property>
  <property fmtid="{D5CDD505-2E9C-101B-9397-08002B2CF9AE}" pid="3" name="MSIP_Label_b196578f-6ae1-40cd-93dd-1a3b7a6ede66_SetDate">
    <vt:lpwstr>2026-04-16T12:08:58Z</vt:lpwstr>
  </property>
  <property fmtid="{D5CDD505-2E9C-101B-9397-08002B2CF9AE}" pid="4" name="MSIP_Label_b196578f-6ae1-40cd-93dd-1a3b7a6ede66_Method">
    <vt:lpwstr>Standard</vt:lpwstr>
  </property>
  <property fmtid="{D5CDD505-2E9C-101B-9397-08002B2CF9AE}" pid="5" name="MSIP_Label_b196578f-6ae1-40cd-93dd-1a3b7a6ede66_Name">
    <vt:lpwstr>Public - عام</vt:lpwstr>
  </property>
  <property fmtid="{D5CDD505-2E9C-101B-9397-08002B2CF9AE}" pid="6" name="MSIP_Label_b196578f-6ae1-40cd-93dd-1a3b7a6ede66_SiteId">
    <vt:lpwstr>2c86bbfc-8d04-41ff-a83a-942f075e0f60</vt:lpwstr>
  </property>
  <property fmtid="{D5CDD505-2E9C-101B-9397-08002B2CF9AE}" pid="7" name="MSIP_Label_b196578f-6ae1-40cd-93dd-1a3b7a6ede66_ActionId">
    <vt:lpwstr>35b53501-40c6-4743-99dc-18b99f136755</vt:lpwstr>
  </property>
  <property fmtid="{D5CDD505-2E9C-101B-9397-08002B2CF9AE}" pid="8" name="MSIP_Label_b196578f-6ae1-40cd-93dd-1a3b7a6ede66_ContentBits">
    <vt:lpwstr>0</vt:lpwstr>
  </property>
  <property fmtid="{D5CDD505-2E9C-101B-9397-08002B2CF9AE}" pid="9" name="MSIP_Label_b196578f-6ae1-40cd-93dd-1a3b7a6ede66_Tag">
    <vt:lpwstr>10, 3, 0, 1</vt:lpwstr>
  </property>
  <property fmtid="{D5CDD505-2E9C-101B-9397-08002B2CF9AE}" pid="10" name="ContentTypeId">
    <vt:lpwstr>0x0101006514251AD3260E448D7CEF408F03DEC2</vt:lpwstr>
  </property>
</Properties>
</file>